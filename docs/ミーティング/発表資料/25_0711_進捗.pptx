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93" r:id="rId3"/>
    <p:sldId id="301" r:id="rId4"/>
    <p:sldId id="302" r:id="rId5"/>
    <p:sldId id="303" r:id="rId6"/>
    <p:sldId id="304" r:id="rId7"/>
    <p:sldId id="305" r:id="rId8"/>
    <p:sldId id="306" r:id="rId9"/>
    <p:sldId id="307" r:id="rId10"/>
    <p:sldId id="288" r:id="rId11"/>
  </p:sldIdLst>
  <p:sldSz cx="18288000" cy="10287000"/>
  <p:notesSz cx="6858000" cy="9144000"/>
  <p:embeddedFontLst>
    <p:embeddedFont>
      <p:font typeface="游ゴシック" panose="020B0400000000000000" pitchFamily="34" charset="-128"/>
      <p:regular r:id="rId13"/>
      <p:bold r:id="rId14"/>
    </p:embeddedFont>
    <p:embeddedFont>
      <p:font typeface="游ゴシック" panose="020B0400000000000000" pitchFamily="34" charset="-128"/>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8E1"/>
    <a:srgbClr val="F7E7AF"/>
    <a:srgbClr val="F4E7CC"/>
    <a:srgbClr val="ECECEC"/>
    <a:srgbClr val="BFBFBF"/>
    <a:srgbClr val="FFF3B9"/>
    <a:srgbClr val="EDF4BF"/>
    <a:srgbClr val="F4D6E9"/>
    <a:srgbClr val="CFE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3" autoAdjust="0"/>
    <p:restoredTop sz="95507" autoAdjust="0"/>
  </p:normalViewPr>
  <p:slideViewPr>
    <p:cSldViewPr>
      <p:cViewPr varScale="1">
        <p:scale>
          <a:sx n="89" d="100"/>
          <a:sy n="89" d="100"/>
        </p:scale>
        <p:origin x="200" y="4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60C738-F63A-4945-B667-3844A7AEF95B}"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kumimoji="1" lang="ja-JP" altLang="en-US"/>
        </a:p>
      </dgm:t>
    </dgm:pt>
    <dgm:pt modelId="{7FA459D7-6143-864A-8A9F-6737184A85B6}">
      <dgm:prSet phldrT="[テキスト]" custT="1"/>
      <dgm:spPr>
        <a:solidFill>
          <a:schemeClr val="bg1"/>
        </a:solidFill>
        <a:ln>
          <a:solidFill>
            <a:schemeClr val="tx1">
              <a:lumMod val="95000"/>
              <a:lumOff val="5000"/>
            </a:schemeClr>
          </a:solidFill>
        </a:ln>
      </dgm:spPr>
      <dgm:t>
        <a:bodyPr/>
        <a:lstStyle/>
        <a:p>
          <a:r>
            <a:rPr kumimoji="1" lang="en-US" altLang="ja-JP" sz="2400" b="1" dirty="0">
              <a:solidFill>
                <a:schemeClr val="tx1"/>
              </a:solidFill>
              <a:latin typeface="Yu Gothic" panose="020B0400000000000000" pitchFamily="34" charset="-128"/>
              <a:ea typeface="Yu Gothic" panose="020B0400000000000000" pitchFamily="34" charset="-128"/>
            </a:rPr>
            <a:t>KOKORONIA</a:t>
          </a:r>
        </a:p>
        <a:p>
          <a:r>
            <a:rPr kumimoji="1" lang="en-US" altLang="ja-JP" sz="2400" b="1" dirty="0">
              <a:solidFill>
                <a:schemeClr val="tx1"/>
              </a:solidFill>
              <a:latin typeface="Yu Gothic" panose="020B0400000000000000" pitchFamily="34" charset="-128"/>
              <a:ea typeface="Yu Gothic" panose="020B0400000000000000" pitchFamily="34" charset="-128"/>
            </a:rPr>
            <a:t>SQLite Database</a:t>
          </a:r>
          <a:endParaRPr kumimoji="1" lang="ja-JP" altLang="en-US" sz="2400" b="1">
            <a:solidFill>
              <a:schemeClr val="tx1"/>
            </a:solidFill>
            <a:latin typeface="Yu Gothic" panose="020B0400000000000000" pitchFamily="34" charset="-128"/>
            <a:ea typeface="Yu Gothic" panose="020B0400000000000000" pitchFamily="34" charset="-128"/>
          </a:endParaRPr>
        </a:p>
      </dgm:t>
    </dgm:pt>
    <dgm:pt modelId="{CB6B6106-39D7-7648-9232-C5E00EDF582F}" type="parTrans" cxnId="{B96E9329-B21E-674F-BF19-FCFBC5779984}">
      <dgm:prSet/>
      <dgm:spPr/>
      <dgm:t>
        <a:bodyPr/>
        <a:lstStyle/>
        <a:p>
          <a:endParaRPr kumimoji="1" lang="ja-JP" altLang="en-US"/>
        </a:p>
      </dgm:t>
    </dgm:pt>
    <dgm:pt modelId="{A2DEF337-5E80-9D4E-84F9-83D51E9CA4E8}" type="sibTrans" cxnId="{B96E9329-B21E-674F-BF19-FCFBC5779984}">
      <dgm:prSet/>
      <dgm:spPr/>
      <dgm:t>
        <a:bodyPr/>
        <a:lstStyle/>
        <a:p>
          <a:endParaRPr kumimoji="1" lang="ja-JP" altLang="en-US"/>
        </a:p>
      </dgm:t>
    </dgm:pt>
    <dgm:pt modelId="{3024A48A-99B1-604F-806B-FD045E032EA2}">
      <dgm:prSet phldrT="[テキスト]" custT="1"/>
      <dgm:spPr>
        <a:solidFill>
          <a:schemeClr val="accent6">
            <a:lumMod val="20000"/>
            <a:lumOff val="80000"/>
          </a:schemeClr>
        </a:solidFill>
        <a:ln>
          <a:solidFill>
            <a:schemeClr val="tx1">
              <a:lumMod val="95000"/>
              <a:lumOff val="5000"/>
            </a:schemeClr>
          </a:solidFill>
        </a:ln>
      </dgm:spPr>
      <dgm:t>
        <a:bodyPr/>
        <a:lstStyle/>
        <a:p>
          <a:r>
            <a:rPr kumimoji="1" lang="ja-JP" altLang="en-US" sz="2400" b="1">
              <a:solidFill>
                <a:schemeClr val="tx1"/>
              </a:solidFill>
              <a:latin typeface="Yu Gothic" panose="020B0400000000000000" pitchFamily="34" charset="-128"/>
              <a:ea typeface="Yu Gothic" panose="020B0400000000000000" pitchFamily="34" charset="-128"/>
            </a:rPr>
            <a:t>ユーザー認証</a:t>
          </a:r>
        </a:p>
      </dgm:t>
    </dgm:pt>
    <dgm:pt modelId="{6679AD5E-131F-CA45-90E2-0F8617F17D93}" type="parTrans" cxnId="{269FC1F8-F322-C04F-A4F2-2980F0E23F8E}">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F0E2533F-5220-1A44-8C09-3F37AC206FF0}" type="sibTrans" cxnId="{269FC1F8-F322-C04F-A4F2-2980F0E23F8E}">
      <dgm:prSet/>
      <dgm:spPr/>
      <dgm:t>
        <a:bodyPr/>
        <a:lstStyle/>
        <a:p>
          <a:endParaRPr kumimoji="1" lang="ja-JP" altLang="en-US"/>
        </a:p>
      </dgm:t>
    </dgm:pt>
    <dgm:pt modelId="{24030A07-1F71-514C-8711-039FA8F92951}">
      <dgm:prSet phldrT="[テキスト]" custT="1"/>
      <dgm:spPr>
        <a:solidFill>
          <a:schemeClr val="accent6">
            <a:lumMod val="20000"/>
            <a:lumOff val="80000"/>
          </a:schemeClr>
        </a:solidFill>
        <a:ln>
          <a:solidFill>
            <a:schemeClr val="tx1">
              <a:lumMod val="95000"/>
              <a:lumOff val="5000"/>
            </a:schemeClr>
          </a:solidFill>
        </a:ln>
      </dgm:spPr>
      <dgm:t>
        <a:bodyPr/>
        <a:lstStyle/>
        <a:p>
          <a:pPr algn="l"/>
          <a:r>
            <a:rPr kumimoji="1" lang="ja-JP" altLang="en-US" sz="2000" b="1">
              <a:solidFill>
                <a:schemeClr val="tx1"/>
              </a:solidFill>
              <a:latin typeface="Yu Gothic" panose="020B0400000000000000" pitchFamily="34" charset="-128"/>
              <a:ea typeface="Yu Gothic" panose="020B0400000000000000" pitchFamily="34" charset="-128"/>
            </a:rPr>
            <a:t>個人情報</a:t>
          </a:r>
          <a:r>
            <a:rPr kumimoji="1" lang="ja-JP" altLang="en-US" sz="2000">
              <a:solidFill>
                <a:schemeClr val="tx1"/>
              </a:solidFill>
              <a:latin typeface="Yu Gothic" panose="020B0400000000000000" pitchFamily="34" charset="-128"/>
              <a:ea typeface="Yu Gothic" panose="020B0400000000000000" pitchFamily="34" charset="-128"/>
            </a:rPr>
            <a:t>：</a:t>
          </a:r>
          <a:r>
            <a:rPr kumimoji="1" lang="en-US" altLang="ja-JP" sz="2000" dirty="0" err="1">
              <a:solidFill>
                <a:schemeClr val="tx1"/>
              </a:solidFill>
              <a:latin typeface="Yu Gothic" panose="020B0400000000000000" pitchFamily="34" charset="-128"/>
              <a:ea typeface="Yu Gothic" panose="020B0400000000000000" pitchFamily="34" charset="-128"/>
            </a:rPr>
            <a:t>accounts_user</a:t>
          </a:r>
          <a:endParaRPr kumimoji="1" lang="ja-JP" altLang="en-US" sz="2000">
            <a:solidFill>
              <a:schemeClr val="tx1"/>
            </a:solidFill>
            <a:latin typeface="Yu Gothic" panose="020B0400000000000000" pitchFamily="34" charset="-128"/>
            <a:ea typeface="Yu Gothic" panose="020B0400000000000000" pitchFamily="34" charset="-128"/>
          </a:endParaRPr>
        </a:p>
      </dgm:t>
    </dgm:pt>
    <dgm:pt modelId="{42E7B5E4-1E42-D64B-BE1C-94E8247396F2}" type="parTrans" cxnId="{67FB4F1F-60B0-7C47-83A5-F7E424EE733E}">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663086EC-D406-C54F-AF4B-39D7DF463509}" type="sibTrans" cxnId="{67FB4F1F-60B0-7C47-83A5-F7E424EE733E}">
      <dgm:prSet/>
      <dgm:spPr/>
      <dgm:t>
        <a:bodyPr/>
        <a:lstStyle/>
        <a:p>
          <a:endParaRPr kumimoji="1" lang="ja-JP" altLang="en-US"/>
        </a:p>
      </dgm:t>
    </dgm:pt>
    <dgm:pt modelId="{C643438A-E683-F54A-BFB6-6C5056D68590}">
      <dgm:prSet phldrT="[テキスト]" custT="1"/>
      <dgm:spPr>
        <a:solidFill>
          <a:schemeClr val="accent6">
            <a:lumMod val="20000"/>
            <a:lumOff val="80000"/>
          </a:schemeClr>
        </a:solidFill>
        <a:ln>
          <a:solidFill>
            <a:schemeClr val="tx1">
              <a:lumMod val="95000"/>
              <a:lumOff val="5000"/>
            </a:schemeClr>
          </a:solidFill>
        </a:ln>
      </dgm:spPr>
      <dgm:t>
        <a:bodyPr/>
        <a:lstStyle/>
        <a:p>
          <a:pPr algn="l"/>
          <a:r>
            <a:rPr kumimoji="1" lang="ja-JP" altLang="en-US" sz="2000" b="1">
              <a:solidFill>
                <a:schemeClr val="tx1"/>
              </a:solidFill>
              <a:latin typeface="Yu Gothic" panose="020B0400000000000000" pitchFamily="34" charset="-128"/>
              <a:ea typeface="Yu Gothic" panose="020B0400000000000000" pitchFamily="34" charset="-128"/>
            </a:rPr>
            <a:t>グループ単位での権限管理</a:t>
          </a:r>
          <a:r>
            <a:rPr kumimoji="1" lang="ja-JP" altLang="en-US" sz="2000">
              <a:solidFill>
                <a:schemeClr val="tx1"/>
              </a:solidFill>
              <a:latin typeface="Yu Gothic" panose="020B0400000000000000" pitchFamily="34" charset="-128"/>
              <a:ea typeface="Yu Gothic" panose="020B0400000000000000" pitchFamily="34" charset="-128"/>
            </a:rPr>
            <a:t>：</a:t>
          </a:r>
          <a:r>
            <a:rPr kumimoji="1" lang="en-US" altLang="ja-JP" sz="2000" dirty="0" err="1">
              <a:solidFill>
                <a:schemeClr val="tx1"/>
              </a:solidFill>
              <a:latin typeface="Yu Gothic" panose="020B0400000000000000" pitchFamily="34" charset="-128"/>
              <a:ea typeface="Yu Gothic" panose="020B0400000000000000" pitchFamily="34" charset="-128"/>
            </a:rPr>
            <a:t>accounts_user_groups</a:t>
          </a:r>
          <a:endParaRPr kumimoji="1" lang="ja-JP" altLang="en-US" sz="2000">
            <a:solidFill>
              <a:schemeClr val="tx1"/>
            </a:solidFill>
            <a:latin typeface="Yu Gothic" panose="020B0400000000000000" pitchFamily="34" charset="-128"/>
            <a:ea typeface="Yu Gothic" panose="020B0400000000000000" pitchFamily="34" charset="-128"/>
          </a:endParaRPr>
        </a:p>
      </dgm:t>
    </dgm:pt>
    <dgm:pt modelId="{B9D6888C-D25F-8A49-9A07-07E029A933CF}" type="parTrans" cxnId="{8860CE81-E057-874B-AB16-99EF7A8D2B25}">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2B3DAC34-7B7D-5E47-B0F3-182766707198}" type="sibTrans" cxnId="{8860CE81-E057-874B-AB16-99EF7A8D2B25}">
      <dgm:prSet/>
      <dgm:spPr/>
      <dgm:t>
        <a:bodyPr/>
        <a:lstStyle/>
        <a:p>
          <a:endParaRPr kumimoji="1" lang="ja-JP" altLang="en-US"/>
        </a:p>
      </dgm:t>
    </dgm:pt>
    <dgm:pt modelId="{0C5AEEB7-6750-EF42-B094-71557773A160}">
      <dgm:prSet phldrT="[テキスト]" custT="1"/>
      <dgm:spPr>
        <a:solidFill>
          <a:schemeClr val="accent5">
            <a:lumMod val="20000"/>
            <a:lumOff val="80000"/>
          </a:schemeClr>
        </a:solidFill>
        <a:ln>
          <a:solidFill>
            <a:schemeClr val="tx1">
              <a:lumMod val="95000"/>
              <a:lumOff val="5000"/>
            </a:schemeClr>
          </a:solidFill>
        </a:ln>
      </dgm:spPr>
      <dgm:t>
        <a:bodyPr/>
        <a:lstStyle/>
        <a:p>
          <a:r>
            <a:rPr kumimoji="1" lang="ja-JP" altLang="en-US" sz="2400" b="1">
              <a:solidFill>
                <a:schemeClr val="tx1"/>
              </a:solidFill>
              <a:latin typeface="Yu Gothic" panose="020B0400000000000000" pitchFamily="34" charset="-128"/>
              <a:ea typeface="Yu Gothic" panose="020B0400000000000000" pitchFamily="34" charset="-128"/>
            </a:rPr>
            <a:t>分析結果</a:t>
          </a:r>
        </a:p>
      </dgm:t>
    </dgm:pt>
    <dgm:pt modelId="{743598BE-4FF0-7545-91A8-CFEF408D2CFF}" type="parTrans" cxnId="{70D71F46-994F-7745-9C29-1C96F845EE44}">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0017A28C-E1BF-D34E-BE36-94E14C4C3130}" type="sibTrans" cxnId="{70D71F46-994F-7745-9C29-1C96F845EE44}">
      <dgm:prSet/>
      <dgm:spPr/>
      <dgm:t>
        <a:bodyPr/>
        <a:lstStyle/>
        <a:p>
          <a:endParaRPr kumimoji="1" lang="ja-JP" altLang="en-US"/>
        </a:p>
      </dgm:t>
    </dgm:pt>
    <dgm:pt modelId="{CEE3CC79-3B19-0846-ADE5-A70536377759}">
      <dgm:prSet phldrT="[テキスト]" custT="1"/>
      <dgm:spPr>
        <a:solidFill>
          <a:schemeClr val="accent5">
            <a:lumMod val="20000"/>
            <a:lumOff val="80000"/>
          </a:schemeClr>
        </a:solidFill>
        <a:ln>
          <a:solidFill>
            <a:schemeClr val="tx1">
              <a:lumMod val="95000"/>
              <a:lumOff val="5000"/>
            </a:schemeClr>
          </a:solidFill>
        </a:ln>
      </dgm:spPr>
      <dgm:t>
        <a:bodyPr/>
        <a:lstStyle/>
        <a:p>
          <a:pPr algn="l"/>
          <a:r>
            <a:rPr kumimoji="1" lang="ja-JP" altLang="en-US" sz="1800" b="1">
              <a:solidFill>
                <a:schemeClr val="tx1"/>
              </a:solidFill>
              <a:latin typeface="Yu Gothic" panose="020B0400000000000000" pitchFamily="34" charset="-128"/>
              <a:ea typeface="Yu Gothic" panose="020B0400000000000000" pitchFamily="34" charset="-128"/>
            </a:rPr>
            <a:t>各ユーザーのトピック関心度</a:t>
          </a:r>
          <a:r>
            <a:rPr kumimoji="1" lang="ja-JP" altLang="en-US" sz="1800">
              <a:solidFill>
                <a:schemeClr val="tx1"/>
              </a:solidFill>
              <a:latin typeface="Yu Gothic" panose="020B0400000000000000" pitchFamily="34" charset="-128"/>
              <a:ea typeface="Yu Gothic" panose="020B0400000000000000" pitchFamily="34" charset="-128"/>
            </a:rPr>
            <a:t>：</a:t>
          </a:r>
          <a:r>
            <a:rPr kumimoji="1" lang="en-US" altLang="ja-JP" sz="1800" dirty="0" err="1">
              <a:solidFill>
                <a:schemeClr val="tx1"/>
              </a:solidFill>
              <a:latin typeface="Yu Gothic" panose="020B0400000000000000" pitchFamily="34" charset="-128"/>
              <a:ea typeface="Yu Gothic" panose="020B0400000000000000" pitchFamily="34" charset="-128"/>
            </a:rPr>
            <a:t>accounts_usertopicscore</a:t>
          </a:r>
          <a:endParaRPr kumimoji="1" lang="ja-JP" altLang="en-US" sz="1800">
            <a:solidFill>
              <a:schemeClr val="tx1"/>
            </a:solidFill>
            <a:latin typeface="Yu Gothic" panose="020B0400000000000000" pitchFamily="34" charset="-128"/>
            <a:ea typeface="Yu Gothic" panose="020B0400000000000000" pitchFamily="34" charset="-128"/>
          </a:endParaRPr>
        </a:p>
      </dgm:t>
    </dgm:pt>
    <dgm:pt modelId="{BD1C35C8-FF96-5946-BAD5-39A62167DCF7}" type="parTrans" cxnId="{98AE051E-4B59-2D48-8164-83F0D92FBD4D}">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D8784673-3F50-9041-BC7D-5307BC00C41D}" type="sibTrans" cxnId="{98AE051E-4B59-2D48-8164-83F0D92FBD4D}">
      <dgm:prSet/>
      <dgm:spPr/>
      <dgm:t>
        <a:bodyPr/>
        <a:lstStyle/>
        <a:p>
          <a:endParaRPr kumimoji="1" lang="ja-JP" altLang="en-US"/>
        </a:p>
      </dgm:t>
    </dgm:pt>
    <dgm:pt modelId="{D80E3C3C-D7A4-6144-AA43-26A55E475CFA}">
      <dgm:prSet custT="1"/>
      <dgm:spPr>
        <a:solidFill>
          <a:schemeClr val="accent2">
            <a:lumMod val="20000"/>
            <a:lumOff val="80000"/>
          </a:schemeClr>
        </a:solidFill>
        <a:ln>
          <a:solidFill>
            <a:schemeClr val="tx1">
              <a:lumMod val="95000"/>
              <a:lumOff val="5000"/>
            </a:schemeClr>
          </a:solidFill>
        </a:ln>
      </dgm:spPr>
      <dgm:t>
        <a:bodyPr/>
        <a:lstStyle/>
        <a:p>
          <a:r>
            <a:rPr kumimoji="1" lang="en-US" altLang="ja-JP" sz="2400" b="1" dirty="0">
              <a:solidFill>
                <a:schemeClr val="tx1"/>
              </a:solidFill>
              <a:latin typeface="Yu Gothic" panose="020B0400000000000000" pitchFamily="34" charset="-128"/>
              <a:ea typeface="Yu Gothic" panose="020B0400000000000000" pitchFamily="34" charset="-128"/>
            </a:rPr>
            <a:t>Django</a:t>
          </a:r>
          <a:r>
            <a:rPr kumimoji="1" lang="ja-JP" altLang="en-US" sz="2400" b="1">
              <a:solidFill>
                <a:schemeClr val="tx1"/>
              </a:solidFill>
              <a:latin typeface="Yu Gothic" panose="020B0400000000000000" pitchFamily="34" charset="-128"/>
              <a:ea typeface="Yu Gothic" panose="020B0400000000000000" pitchFamily="34" charset="-128"/>
            </a:rPr>
            <a:t>関連</a:t>
          </a:r>
        </a:p>
      </dgm:t>
    </dgm:pt>
    <dgm:pt modelId="{0FB79998-06A3-9D44-97E4-9C955166FD42}" type="parTrans" cxnId="{AF13047A-72C0-624E-9264-E68DD83F31CB}">
      <dgm:prSet custT="1"/>
      <dgm:spPr>
        <a:solidFill>
          <a:schemeClr val="bg1"/>
        </a:solidFill>
        <a:ln>
          <a:solidFill>
            <a:schemeClr val="tx1">
              <a:lumMod val="95000"/>
              <a:lumOff val="5000"/>
            </a:schemeClr>
          </a:solidFill>
        </a:ln>
      </dgm:spPr>
      <dgm:t>
        <a:bodyPr/>
        <a:lstStyle/>
        <a:p>
          <a:endParaRPr kumimoji="1" lang="ja-JP" altLang="en-US" sz="1050">
            <a:solidFill>
              <a:schemeClr val="tx1"/>
            </a:solidFill>
            <a:latin typeface="Yu Gothic" panose="020B0400000000000000" pitchFamily="34" charset="-128"/>
            <a:ea typeface="Yu Gothic" panose="020B0400000000000000" pitchFamily="34" charset="-128"/>
          </a:endParaRPr>
        </a:p>
      </dgm:t>
    </dgm:pt>
    <dgm:pt modelId="{C4AC98B2-7EA0-E043-AD22-FBD943BAB7DE}" type="sibTrans" cxnId="{AF13047A-72C0-624E-9264-E68DD83F31CB}">
      <dgm:prSet/>
      <dgm:spPr/>
      <dgm:t>
        <a:bodyPr/>
        <a:lstStyle/>
        <a:p>
          <a:endParaRPr kumimoji="1" lang="ja-JP" altLang="en-US"/>
        </a:p>
      </dgm:t>
    </dgm:pt>
    <dgm:pt modelId="{6EA7BAFD-9B6A-404B-B4F5-B9816E500A86}">
      <dgm:prSet custT="1"/>
      <dgm:spPr>
        <a:solidFill>
          <a:schemeClr val="accent6">
            <a:lumMod val="20000"/>
            <a:lumOff val="80000"/>
          </a:schemeClr>
        </a:solidFill>
        <a:ln>
          <a:solidFill>
            <a:schemeClr val="tx1">
              <a:lumMod val="95000"/>
              <a:lumOff val="5000"/>
            </a:schemeClr>
          </a:solidFill>
        </a:ln>
      </dgm:spPr>
      <dgm:t>
        <a:bodyPr/>
        <a:lstStyle/>
        <a:p>
          <a:pPr algn="l"/>
          <a:r>
            <a:rPr kumimoji="1" lang="ja-JP" altLang="en-US" sz="1800" b="1">
              <a:solidFill>
                <a:schemeClr val="tx1"/>
              </a:solidFill>
              <a:latin typeface="Yu Gothic" panose="020B0400000000000000" pitchFamily="34" charset="-128"/>
              <a:ea typeface="Yu Gothic" panose="020B0400000000000000" pitchFamily="34" charset="-128"/>
            </a:rPr>
            <a:t>ユーザー単位での権限管理</a:t>
          </a:r>
          <a:r>
            <a:rPr kumimoji="1" lang="ja-JP" altLang="en-US" sz="1800">
              <a:solidFill>
                <a:schemeClr val="tx1"/>
              </a:solidFill>
              <a:latin typeface="Yu Gothic" panose="020B0400000000000000" pitchFamily="34" charset="-128"/>
              <a:ea typeface="Yu Gothic" panose="020B0400000000000000" pitchFamily="34" charset="-128"/>
            </a:rPr>
            <a:t>：</a:t>
          </a:r>
          <a:r>
            <a:rPr kumimoji="1" lang="en-US" altLang="ja-JP" sz="1800" dirty="0" err="1">
              <a:solidFill>
                <a:schemeClr val="tx1"/>
              </a:solidFill>
              <a:latin typeface="Yu Gothic" panose="020B0400000000000000" pitchFamily="34" charset="-128"/>
              <a:ea typeface="Yu Gothic" panose="020B0400000000000000" pitchFamily="34" charset="-128"/>
            </a:rPr>
            <a:t>accounts_user_user_permissions</a:t>
          </a:r>
          <a:endParaRPr kumimoji="1" lang="ja-JP" altLang="en-US" sz="1800">
            <a:solidFill>
              <a:schemeClr val="tx1"/>
            </a:solidFill>
            <a:latin typeface="Yu Gothic" panose="020B0400000000000000" pitchFamily="34" charset="-128"/>
            <a:ea typeface="Yu Gothic" panose="020B0400000000000000" pitchFamily="34" charset="-128"/>
          </a:endParaRPr>
        </a:p>
      </dgm:t>
    </dgm:pt>
    <dgm:pt modelId="{9A352514-3A0A-7948-ADFA-143AC4381A55}" type="parTrans" cxnId="{02E5C3A9-C7C0-574C-AED9-48DFC70D4636}">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FE8ADE52-ABB6-7743-8F60-039643744E42}" type="sibTrans" cxnId="{02E5C3A9-C7C0-574C-AED9-48DFC70D4636}">
      <dgm:prSet/>
      <dgm:spPr/>
      <dgm:t>
        <a:bodyPr/>
        <a:lstStyle/>
        <a:p>
          <a:endParaRPr kumimoji="1" lang="ja-JP" altLang="en-US"/>
        </a:p>
      </dgm:t>
    </dgm:pt>
    <dgm:pt modelId="{C9CE4CE6-58B8-F846-AF9C-CA6C05422D8D}">
      <dgm:prSet custT="1"/>
      <dgm:spPr>
        <a:solidFill>
          <a:schemeClr val="accent2">
            <a:lumMod val="20000"/>
            <a:lumOff val="80000"/>
          </a:schemeClr>
        </a:solidFill>
        <a:ln>
          <a:solidFill>
            <a:schemeClr val="tx1">
              <a:lumMod val="95000"/>
              <a:lumOff val="5000"/>
            </a:schemeClr>
          </a:solidFill>
        </a:ln>
      </dgm:spPr>
      <dgm:t>
        <a:bodyPr/>
        <a:lstStyle/>
        <a:p>
          <a:pPr algn="l"/>
          <a:r>
            <a:rPr kumimoji="1" lang="ja-JP" altLang="en-US" sz="1800" b="1">
              <a:solidFill>
                <a:schemeClr val="tx1"/>
              </a:solidFill>
              <a:latin typeface="Yu Gothic" panose="020B0400000000000000" pitchFamily="34" charset="-128"/>
              <a:ea typeface="Yu Gothic" panose="020B0400000000000000" pitchFamily="34" charset="-128"/>
            </a:rPr>
            <a:t>認証，権限管理</a:t>
          </a:r>
          <a:r>
            <a:rPr kumimoji="1" lang="ja-JP" altLang="en-US" sz="1800">
              <a:solidFill>
                <a:schemeClr val="tx1"/>
              </a:solidFill>
              <a:latin typeface="Yu Gothic" panose="020B0400000000000000" pitchFamily="34" charset="-128"/>
              <a:ea typeface="Yu Gothic" panose="020B0400000000000000" pitchFamily="34" charset="-128"/>
            </a:rPr>
            <a:t>：</a:t>
          </a:r>
          <a:r>
            <a:rPr kumimoji="1" lang="en-US" altLang="ja-JP" sz="1800" dirty="0">
              <a:solidFill>
                <a:schemeClr val="tx1"/>
              </a:solidFill>
              <a:latin typeface="Yu Gothic" panose="020B0400000000000000" pitchFamily="34" charset="-128"/>
              <a:ea typeface="Yu Gothic" panose="020B0400000000000000" pitchFamily="34" charset="-128"/>
            </a:rPr>
            <a:t>auth_*</a:t>
          </a:r>
          <a:endParaRPr kumimoji="1" lang="ja-JP" altLang="en-US" sz="1800">
            <a:solidFill>
              <a:schemeClr val="tx1"/>
            </a:solidFill>
            <a:latin typeface="Yu Gothic" panose="020B0400000000000000" pitchFamily="34" charset="-128"/>
            <a:ea typeface="Yu Gothic" panose="020B0400000000000000" pitchFamily="34" charset="-128"/>
          </a:endParaRPr>
        </a:p>
      </dgm:t>
    </dgm:pt>
    <dgm:pt modelId="{915216AC-35F5-A64C-867F-98F626DD9E46}" type="parTrans" cxnId="{A8EC6154-9466-F445-B55D-8ED74B20727A}">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BC608C09-B545-7F47-BFC1-1028309E2A60}" type="sibTrans" cxnId="{A8EC6154-9466-F445-B55D-8ED74B20727A}">
      <dgm:prSet/>
      <dgm:spPr/>
      <dgm:t>
        <a:bodyPr/>
        <a:lstStyle/>
        <a:p>
          <a:endParaRPr kumimoji="1" lang="ja-JP" altLang="en-US"/>
        </a:p>
      </dgm:t>
    </dgm:pt>
    <dgm:pt modelId="{E73094AA-8F7E-5D45-9FEF-97D2CB9A8442}">
      <dgm:prSet custT="1"/>
      <dgm:spPr>
        <a:solidFill>
          <a:schemeClr val="accent2">
            <a:lumMod val="20000"/>
            <a:lumOff val="80000"/>
          </a:schemeClr>
        </a:solidFill>
        <a:ln>
          <a:solidFill>
            <a:schemeClr val="tx1">
              <a:lumMod val="95000"/>
              <a:lumOff val="5000"/>
            </a:schemeClr>
          </a:solidFill>
        </a:ln>
      </dgm:spPr>
      <dgm:t>
        <a:bodyPr/>
        <a:lstStyle/>
        <a:p>
          <a:pPr algn="l"/>
          <a:r>
            <a:rPr kumimoji="1" lang="ja-JP" altLang="en-US" sz="1800" b="1">
              <a:solidFill>
                <a:schemeClr val="tx1"/>
              </a:solidFill>
              <a:latin typeface="Yu Gothic" panose="020B0400000000000000" pitchFamily="34" charset="-128"/>
              <a:ea typeface="Yu Gothic" panose="020B0400000000000000" pitchFamily="34" charset="-128"/>
            </a:rPr>
            <a:t>フレームワーク管理</a:t>
          </a:r>
          <a:r>
            <a:rPr kumimoji="1" lang="ja-JP" altLang="en-US" sz="1800">
              <a:solidFill>
                <a:schemeClr val="tx1"/>
              </a:solidFill>
              <a:latin typeface="Yu Gothic" panose="020B0400000000000000" pitchFamily="34" charset="-128"/>
              <a:ea typeface="Yu Gothic" panose="020B0400000000000000" pitchFamily="34" charset="-128"/>
            </a:rPr>
            <a:t>：</a:t>
          </a:r>
          <a:r>
            <a:rPr kumimoji="1" lang="en-US" altLang="ja-JP" sz="1800" dirty="0" err="1">
              <a:solidFill>
                <a:schemeClr val="tx1"/>
              </a:solidFill>
              <a:latin typeface="Yu Gothic" panose="020B0400000000000000" pitchFamily="34" charset="-128"/>
              <a:ea typeface="Yu Gothic" panose="020B0400000000000000" pitchFamily="34" charset="-128"/>
            </a:rPr>
            <a:t>django</a:t>
          </a:r>
          <a:r>
            <a:rPr kumimoji="1" lang="en-US" altLang="ja-JP" sz="1800" dirty="0">
              <a:solidFill>
                <a:schemeClr val="tx1"/>
              </a:solidFill>
              <a:latin typeface="Yu Gothic" panose="020B0400000000000000" pitchFamily="34" charset="-128"/>
              <a:ea typeface="Yu Gothic" panose="020B0400000000000000" pitchFamily="34" charset="-128"/>
            </a:rPr>
            <a:t>_*</a:t>
          </a:r>
          <a:endParaRPr kumimoji="1" lang="ja-JP" altLang="en-US" sz="1800">
            <a:solidFill>
              <a:schemeClr val="tx1"/>
            </a:solidFill>
            <a:latin typeface="Yu Gothic" panose="020B0400000000000000" pitchFamily="34" charset="-128"/>
            <a:ea typeface="Yu Gothic" panose="020B0400000000000000" pitchFamily="34" charset="-128"/>
          </a:endParaRPr>
        </a:p>
      </dgm:t>
    </dgm:pt>
    <dgm:pt modelId="{5BB6DC2F-10DF-1C4A-B3F0-A9732DE8948E}" type="parTrans" cxnId="{AB163B5A-775C-B54D-9907-A2C187E9447B}">
      <dgm:prSet custT="1"/>
      <dgm:spPr>
        <a:solidFill>
          <a:schemeClr val="bg1"/>
        </a:solidFill>
        <a:ln>
          <a:solidFill>
            <a:schemeClr val="tx1">
              <a:lumMod val="95000"/>
              <a:lumOff val="5000"/>
            </a:schemeClr>
          </a:solidFill>
        </a:ln>
      </dgm:spPr>
      <dgm:t>
        <a:bodyPr/>
        <a:lstStyle/>
        <a:p>
          <a:endParaRPr kumimoji="1" lang="ja-JP" altLang="en-US" sz="800">
            <a:solidFill>
              <a:schemeClr val="tx1"/>
            </a:solidFill>
            <a:latin typeface="Yu Gothic" panose="020B0400000000000000" pitchFamily="34" charset="-128"/>
            <a:ea typeface="Yu Gothic" panose="020B0400000000000000" pitchFamily="34" charset="-128"/>
          </a:endParaRPr>
        </a:p>
      </dgm:t>
    </dgm:pt>
    <dgm:pt modelId="{86801654-E96E-A64C-9646-206C4BC28BC9}" type="sibTrans" cxnId="{AB163B5A-775C-B54D-9907-A2C187E9447B}">
      <dgm:prSet/>
      <dgm:spPr/>
      <dgm:t>
        <a:bodyPr/>
        <a:lstStyle/>
        <a:p>
          <a:endParaRPr kumimoji="1" lang="ja-JP" altLang="en-US"/>
        </a:p>
      </dgm:t>
    </dgm:pt>
    <dgm:pt modelId="{A56E20A5-75FB-9441-BC6C-527B5E25771A}" type="pres">
      <dgm:prSet presAssocID="{5460C738-F63A-4945-B667-3844A7AEF95B}" presName="diagram" presStyleCnt="0">
        <dgm:presLayoutVars>
          <dgm:chPref val="1"/>
          <dgm:dir/>
          <dgm:animOne val="branch"/>
          <dgm:animLvl val="lvl"/>
          <dgm:resizeHandles val="exact"/>
        </dgm:presLayoutVars>
      </dgm:prSet>
      <dgm:spPr/>
    </dgm:pt>
    <dgm:pt modelId="{D5BB12AA-07E6-7F4A-B84D-05492D0BDFA6}" type="pres">
      <dgm:prSet presAssocID="{7FA459D7-6143-864A-8A9F-6737184A85B6}" presName="root1" presStyleCnt="0"/>
      <dgm:spPr/>
    </dgm:pt>
    <dgm:pt modelId="{A5484C34-AF63-3743-AC98-AE16F192B3A6}" type="pres">
      <dgm:prSet presAssocID="{7FA459D7-6143-864A-8A9F-6737184A85B6}" presName="LevelOneTextNode" presStyleLbl="node0" presStyleIdx="0" presStyleCnt="1" custScaleX="186900" custScaleY="172644" custLinFactNeighborX="-23660" custLinFactNeighborY="-35842">
        <dgm:presLayoutVars>
          <dgm:chPref val="3"/>
        </dgm:presLayoutVars>
      </dgm:prSet>
      <dgm:spPr/>
    </dgm:pt>
    <dgm:pt modelId="{95F35DA3-FAAF-B94B-8070-C8826643E09D}" type="pres">
      <dgm:prSet presAssocID="{7FA459D7-6143-864A-8A9F-6737184A85B6}" presName="level2hierChild" presStyleCnt="0"/>
      <dgm:spPr/>
    </dgm:pt>
    <dgm:pt modelId="{B4B961B7-99D8-9F45-A2C0-6B627BC11ECD}" type="pres">
      <dgm:prSet presAssocID="{6679AD5E-131F-CA45-90E2-0F8617F17D93}" presName="conn2-1" presStyleLbl="parChTrans1D2" presStyleIdx="0" presStyleCnt="3"/>
      <dgm:spPr/>
    </dgm:pt>
    <dgm:pt modelId="{CEA17003-D1EB-7D47-97B5-DD4FF538DD54}" type="pres">
      <dgm:prSet presAssocID="{6679AD5E-131F-CA45-90E2-0F8617F17D93}" presName="connTx" presStyleLbl="parChTrans1D2" presStyleIdx="0" presStyleCnt="3"/>
      <dgm:spPr/>
    </dgm:pt>
    <dgm:pt modelId="{3500F5F3-1BB5-494D-BB1D-6B507E60B4F6}" type="pres">
      <dgm:prSet presAssocID="{3024A48A-99B1-604F-806B-FD045E032EA2}" presName="root2" presStyleCnt="0"/>
      <dgm:spPr/>
    </dgm:pt>
    <dgm:pt modelId="{97424D24-3BEC-B941-A956-4BF4EAC3AD4E}" type="pres">
      <dgm:prSet presAssocID="{3024A48A-99B1-604F-806B-FD045E032EA2}" presName="LevelTwoTextNode" presStyleLbl="node2" presStyleIdx="0" presStyleCnt="3" custScaleX="112158" custLinFactNeighborX="-15773" custLinFactNeighborY="-1527">
        <dgm:presLayoutVars>
          <dgm:chPref val="3"/>
        </dgm:presLayoutVars>
      </dgm:prSet>
      <dgm:spPr/>
    </dgm:pt>
    <dgm:pt modelId="{9696902F-2115-7649-93CF-ABF00915C3D7}" type="pres">
      <dgm:prSet presAssocID="{3024A48A-99B1-604F-806B-FD045E032EA2}" presName="level3hierChild" presStyleCnt="0"/>
      <dgm:spPr/>
    </dgm:pt>
    <dgm:pt modelId="{49AE5AD3-3901-1A46-9557-0C22FA0AB2DC}" type="pres">
      <dgm:prSet presAssocID="{42E7B5E4-1E42-D64B-BE1C-94E8247396F2}" presName="conn2-1" presStyleLbl="parChTrans1D3" presStyleIdx="0" presStyleCnt="6"/>
      <dgm:spPr/>
    </dgm:pt>
    <dgm:pt modelId="{4A027007-3BF3-C148-AFA2-DADD9798D54D}" type="pres">
      <dgm:prSet presAssocID="{42E7B5E4-1E42-D64B-BE1C-94E8247396F2}" presName="connTx" presStyleLbl="parChTrans1D3" presStyleIdx="0" presStyleCnt="6"/>
      <dgm:spPr/>
    </dgm:pt>
    <dgm:pt modelId="{BBE56AFA-9DB8-4548-B1C7-781D1030A9A0}" type="pres">
      <dgm:prSet presAssocID="{24030A07-1F71-514C-8711-039FA8F92951}" presName="root2" presStyleCnt="0"/>
      <dgm:spPr/>
    </dgm:pt>
    <dgm:pt modelId="{F40DAC5F-366B-6249-AAF6-FBFF8BA30CA8}" type="pres">
      <dgm:prSet presAssocID="{24030A07-1F71-514C-8711-039FA8F92951}" presName="LevelTwoTextNode" presStyleLbl="node3" presStyleIdx="0" presStyleCnt="6" custScaleX="338939">
        <dgm:presLayoutVars>
          <dgm:chPref val="3"/>
        </dgm:presLayoutVars>
      </dgm:prSet>
      <dgm:spPr/>
    </dgm:pt>
    <dgm:pt modelId="{45F1EB2D-75AD-A345-B2ED-AE0E45246480}" type="pres">
      <dgm:prSet presAssocID="{24030A07-1F71-514C-8711-039FA8F92951}" presName="level3hierChild" presStyleCnt="0"/>
      <dgm:spPr/>
    </dgm:pt>
    <dgm:pt modelId="{2D61280F-77D2-4F40-B414-C1C6ACCE0428}" type="pres">
      <dgm:prSet presAssocID="{B9D6888C-D25F-8A49-9A07-07E029A933CF}" presName="conn2-1" presStyleLbl="parChTrans1D3" presStyleIdx="1" presStyleCnt="6"/>
      <dgm:spPr/>
    </dgm:pt>
    <dgm:pt modelId="{FD551764-073B-294A-9EA5-FE4909BAE5A0}" type="pres">
      <dgm:prSet presAssocID="{B9D6888C-D25F-8A49-9A07-07E029A933CF}" presName="connTx" presStyleLbl="parChTrans1D3" presStyleIdx="1" presStyleCnt="6"/>
      <dgm:spPr/>
    </dgm:pt>
    <dgm:pt modelId="{0F2BC232-6617-F545-A014-9DB87481A55D}" type="pres">
      <dgm:prSet presAssocID="{C643438A-E683-F54A-BFB6-6C5056D68590}" presName="root2" presStyleCnt="0"/>
      <dgm:spPr/>
    </dgm:pt>
    <dgm:pt modelId="{B242BFE9-F33F-3340-9265-AED949C35D7E}" type="pres">
      <dgm:prSet presAssocID="{C643438A-E683-F54A-BFB6-6C5056D68590}" presName="LevelTwoTextNode" presStyleLbl="node3" presStyleIdx="1" presStyleCnt="6" custScaleX="338939">
        <dgm:presLayoutVars>
          <dgm:chPref val="3"/>
        </dgm:presLayoutVars>
      </dgm:prSet>
      <dgm:spPr/>
    </dgm:pt>
    <dgm:pt modelId="{D30CC473-C206-8946-A697-E03467F7A856}" type="pres">
      <dgm:prSet presAssocID="{C643438A-E683-F54A-BFB6-6C5056D68590}" presName="level3hierChild" presStyleCnt="0"/>
      <dgm:spPr/>
    </dgm:pt>
    <dgm:pt modelId="{D09AEBD4-5340-DB40-A717-3420E3574935}" type="pres">
      <dgm:prSet presAssocID="{9A352514-3A0A-7948-ADFA-143AC4381A55}" presName="conn2-1" presStyleLbl="parChTrans1D3" presStyleIdx="2" presStyleCnt="6"/>
      <dgm:spPr/>
    </dgm:pt>
    <dgm:pt modelId="{30E621C7-D804-CF4A-908A-E8AC98DFB131}" type="pres">
      <dgm:prSet presAssocID="{9A352514-3A0A-7948-ADFA-143AC4381A55}" presName="connTx" presStyleLbl="parChTrans1D3" presStyleIdx="2" presStyleCnt="6"/>
      <dgm:spPr/>
    </dgm:pt>
    <dgm:pt modelId="{426A825D-182F-7942-B2F1-C24EDFB741B8}" type="pres">
      <dgm:prSet presAssocID="{6EA7BAFD-9B6A-404B-B4F5-B9816E500A86}" presName="root2" presStyleCnt="0"/>
      <dgm:spPr/>
    </dgm:pt>
    <dgm:pt modelId="{E5E2FB23-D9B6-B949-8B9A-AC0A68A8DB7E}" type="pres">
      <dgm:prSet presAssocID="{6EA7BAFD-9B6A-404B-B4F5-B9816E500A86}" presName="LevelTwoTextNode" presStyleLbl="node3" presStyleIdx="2" presStyleCnt="6" custScaleX="338939">
        <dgm:presLayoutVars>
          <dgm:chPref val="3"/>
        </dgm:presLayoutVars>
      </dgm:prSet>
      <dgm:spPr/>
    </dgm:pt>
    <dgm:pt modelId="{87067667-6B86-974F-8FE9-57AEA3EDEBC4}" type="pres">
      <dgm:prSet presAssocID="{6EA7BAFD-9B6A-404B-B4F5-B9816E500A86}" presName="level3hierChild" presStyleCnt="0"/>
      <dgm:spPr/>
    </dgm:pt>
    <dgm:pt modelId="{CF8023A3-2133-8B40-B4D6-D19E4F4B6A51}" type="pres">
      <dgm:prSet presAssocID="{743598BE-4FF0-7545-91A8-CFEF408D2CFF}" presName="conn2-1" presStyleLbl="parChTrans1D2" presStyleIdx="1" presStyleCnt="3"/>
      <dgm:spPr/>
    </dgm:pt>
    <dgm:pt modelId="{601DEE26-D544-A04D-B902-1D47530CF921}" type="pres">
      <dgm:prSet presAssocID="{743598BE-4FF0-7545-91A8-CFEF408D2CFF}" presName="connTx" presStyleLbl="parChTrans1D2" presStyleIdx="1" presStyleCnt="3"/>
      <dgm:spPr/>
    </dgm:pt>
    <dgm:pt modelId="{28D92BC0-7445-7749-9E0E-13FF83FD05AF}" type="pres">
      <dgm:prSet presAssocID="{0C5AEEB7-6750-EF42-B094-71557773A160}" presName="root2" presStyleCnt="0"/>
      <dgm:spPr/>
    </dgm:pt>
    <dgm:pt modelId="{788FD4D7-6010-E547-969B-BBB3F286B652}" type="pres">
      <dgm:prSet presAssocID="{0C5AEEB7-6750-EF42-B094-71557773A160}" presName="LevelTwoTextNode" presStyleLbl="node2" presStyleIdx="1" presStyleCnt="3" custScaleX="112158" custLinFactNeighborX="-15773" custLinFactNeighborY="-1527">
        <dgm:presLayoutVars>
          <dgm:chPref val="3"/>
        </dgm:presLayoutVars>
      </dgm:prSet>
      <dgm:spPr/>
    </dgm:pt>
    <dgm:pt modelId="{5D3F00CE-7ECB-CD4E-8EED-8FDEF890AC22}" type="pres">
      <dgm:prSet presAssocID="{0C5AEEB7-6750-EF42-B094-71557773A160}" presName="level3hierChild" presStyleCnt="0"/>
      <dgm:spPr/>
    </dgm:pt>
    <dgm:pt modelId="{0F5E7033-8C9D-2347-97D4-F8A158227BBE}" type="pres">
      <dgm:prSet presAssocID="{BD1C35C8-FF96-5946-BAD5-39A62167DCF7}" presName="conn2-1" presStyleLbl="parChTrans1D3" presStyleIdx="3" presStyleCnt="6"/>
      <dgm:spPr/>
    </dgm:pt>
    <dgm:pt modelId="{33EA161A-8C41-6F44-A4FC-B92DFF9B6B89}" type="pres">
      <dgm:prSet presAssocID="{BD1C35C8-FF96-5946-BAD5-39A62167DCF7}" presName="connTx" presStyleLbl="parChTrans1D3" presStyleIdx="3" presStyleCnt="6"/>
      <dgm:spPr/>
    </dgm:pt>
    <dgm:pt modelId="{ECE0FA14-9864-0D4E-BE6B-122185E3501D}" type="pres">
      <dgm:prSet presAssocID="{CEE3CC79-3B19-0846-ADE5-A70536377759}" presName="root2" presStyleCnt="0"/>
      <dgm:spPr/>
    </dgm:pt>
    <dgm:pt modelId="{7FAE15F3-6F2E-3E49-A091-9A94FDDBE36C}" type="pres">
      <dgm:prSet presAssocID="{CEE3CC79-3B19-0846-ADE5-A70536377759}" presName="LevelTwoTextNode" presStyleLbl="node3" presStyleIdx="3" presStyleCnt="6" custScaleX="338939">
        <dgm:presLayoutVars>
          <dgm:chPref val="3"/>
        </dgm:presLayoutVars>
      </dgm:prSet>
      <dgm:spPr/>
    </dgm:pt>
    <dgm:pt modelId="{8F4D10CC-03E3-454B-A6C2-29290F997750}" type="pres">
      <dgm:prSet presAssocID="{CEE3CC79-3B19-0846-ADE5-A70536377759}" presName="level3hierChild" presStyleCnt="0"/>
      <dgm:spPr/>
    </dgm:pt>
    <dgm:pt modelId="{BF75C738-3FC7-0843-96AF-7577CD6A3E0B}" type="pres">
      <dgm:prSet presAssocID="{0FB79998-06A3-9D44-97E4-9C955166FD42}" presName="conn2-1" presStyleLbl="parChTrans1D2" presStyleIdx="2" presStyleCnt="3"/>
      <dgm:spPr/>
    </dgm:pt>
    <dgm:pt modelId="{246EF886-78B5-CC43-8D22-E94476BC268C}" type="pres">
      <dgm:prSet presAssocID="{0FB79998-06A3-9D44-97E4-9C955166FD42}" presName="connTx" presStyleLbl="parChTrans1D2" presStyleIdx="2" presStyleCnt="3"/>
      <dgm:spPr/>
    </dgm:pt>
    <dgm:pt modelId="{070B8FC3-4535-0D4D-A2E8-884BBFC65579}" type="pres">
      <dgm:prSet presAssocID="{D80E3C3C-D7A4-6144-AA43-26A55E475CFA}" presName="root2" presStyleCnt="0"/>
      <dgm:spPr/>
    </dgm:pt>
    <dgm:pt modelId="{E7F98467-9716-5E40-941A-4617F824C246}" type="pres">
      <dgm:prSet presAssocID="{D80E3C3C-D7A4-6144-AA43-26A55E475CFA}" presName="LevelTwoTextNode" presStyleLbl="node2" presStyleIdx="2" presStyleCnt="3" custScaleX="112158" custLinFactNeighborX="-15773" custLinFactNeighborY="-1527">
        <dgm:presLayoutVars>
          <dgm:chPref val="3"/>
        </dgm:presLayoutVars>
      </dgm:prSet>
      <dgm:spPr/>
    </dgm:pt>
    <dgm:pt modelId="{C3195B80-2446-E04B-9523-F6D5AE71DA49}" type="pres">
      <dgm:prSet presAssocID="{D80E3C3C-D7A4-6144-AA43-26A55E475CFA}" presName="level3hierChild" presStyleCnt="0"/>
      <dgm:spPr/>
    </dgm:pt>
    <dgm:pt modelId="{EC44ED9E-A6C5-6A43-BC84-664D933C823D}" type="pres">
      <dgm:prSet presAssocID="{915216AC-35F5-A64C-867F-98F626DD9E46}" presName="conn2-1" presStyleLbl="parChTrans1D3" presStyleIdx="4" presStyleCnt="6"/>
      <dgm:spPr/>
    </dgm:pt>
    <dgm:pt modelId="{E2641298-3802-4C4E-B5E3-07B74D18AD63}" type="pres">
      <dgm:prSet presAssocID="{915216AC-35F5-A64C-867F-98F626DD9E46}" presName="connTx" presStyleLbl="parChTrans1D3" presStyleIdx="4" presStyleCnt="6"/>
      <dgm:spPr/>
    </dgm:pt>
    <dgm:pt modelId="{0AC6303C-7A9B-5B4F-B963-A828635AB632}" type="pres">
      <dgm:prSet presAssocID="{C9CE4CE6-58B8-F846-AF9C-CA6C05422D8D}" presName="root2" presStyleCnt="0"/>
      <dgm:spPr/>
    </dgm:pt>
    <dgm:pt modelId="{BAC065D8-5620-5C4E-9BA5-6E1A9191D5B3}" type="pres">
      <dgm:prSet presAssocID="{C9CE4CE6-58B8-F846-AF9C-CA6C05422D8D}" presName="LevelTwoTextNode" presStyleLbl="node3" presStyleIdx="4" presStyleCnt="6" custScaleX="338939">
        <dgm:presLayoutVars>
          <dgm:chPref val="3"/>
        </dgm:presLayoutVars>
      </dgm:prSet>
      <dgm:spPr/>
    </dgm:pt>
    <dgm:pt modelId="{15ADD650-2574-E84F-A0CB-64238C32D6CC}" type="pres">
      <dgm:prSet presAssocID="{C9CE4CE6-58B8-F846-AF9C-CA6C05422D8D}" presName="level3hierChild" presStyleCnt="0"/>
      <dgm:spPr/>
    </dgm:pt>
    <dgm:pt modelId="{421AFDE4-BD06-5D4C-AC3A-C956EE6CFB3E}" type="pres">
      <dgm:prSet presAssocID="{5BB6DC2F-10DF-1C4A-B3F0-A9732DE8948E}" presName="conn2-1" presStyleLbl="parChTrans1D3" presStyleIdx="5" presStyleCnt="6"/>
      <dgm:spPr/>
    </dgm:pt>
    <dgm:pt modelId="{4E12F272-5147-4842-8439-21456BD5F571}" type="pres">
      <dgm:prSet presAssocID="{5BB6DC2F-10DF-1C4A-B3F0-A9732DE8948E}" presName="connTx" presStyleLbl="parChTrans1D3" presStyleIdx="5" presStyleCnt="6"/>
      <dgm:spPr/>
    </dgm:pt>
    <dgm:pt modelId="{E7E74D9E-5885-A643-B860-EB5B9AB10D36}" type="pres">
      <dgm:prSet presAssocID="{E73094AA-8F7E-5D45-9FEF-97D2CB9A8442}" presName="root2" presStyleCnt="0"/>
      <dgm:spPr/>
    </dgm:pt>
    <dgm:pt modelId="{48A925F4-CCA5-BA46-83B2-19FF9FB78F9D}" type="pres">
      <dgm:prSet presAssocID="{E73094AA-8F7E-5D45-9FEF-97D2CB9A8442}" presName="LevelTwoTextNode" presStyleLbl="node3" presStyleIdx="5" presStyleCnt="6" custScaleX="338939">
        <dgm:presLayoutVars>
          <dgm:chPref val="3"/>
        </dgm:presLayoutVars>
      </dgm:prSet>
      <dgm:spPr/>
    </dgm:pt>
    <dgm:pt modelId="{9B671432-3A67-634C-B2E6-D18A3651A055}" type="pres">
      <dgm:prSet presAssocID="{E73094AA-8F7E-5D45-9FEF-97D2CB9A8442}" presName="level3hierChild" presStyleCnt="0"/>
      <dgm:spPr/>
    </dgm:pt>
  </dgm:ptLst>
  <dgm:cxnLst>
    <dgm:cxn modelId="{CD211802-1AC9-1E47-A31A-8EF27923747F}" type="presOf" srcId="{BD1C35C8-FF96-5946-BAD5-39A62167DCF7}" destId="{0F5E7033-8C9D-2347-97D4-F8A158227BBE}" srcOrd="0" destOrd="0" presId="urn:microsoft.com/office/officeart/2005/8/layout/hierarchy2"/>
    <dgm:cxn modelId="{30646604-E29A-3E4F-9D85-FF47BC727572}" type="presOf" srcId="{3024A48A-99B1-604F-806B-FD045E032EA2}" destId="{97424D24-3BEC-B941-A956-4BF4EAC3AD4E}" srcOrd="0" destOrd="0" presId="urn:microsoft.com/office/officeart/2005/8/layout/hierarchy2"/>
    <dgm:cxn modelId="{3FB04E06-D0E9-9C48-9815-577095DFCB9E}" type="presOf" srcId="{6679AD5E-131F-CA45-90E2-0F8617F17D93}" destId="{B4B961B7-99D8-9F45-A2C0-6B627BC11ECD}" srcOrd="0" destOrd="0" presId="urn:microsoft.com/office/officeart/2005/8/layout/hierarchy2"/>
    <dgm:cxn modelId="{E3AF9D0A-B305-AA46-AA43-05437EAFEB66}" type="presOf" srcId="{0C5AEEB7-6750-EF42-B094-71557773A160}" destId="{788FD4D7-6010-E547-969B-BBB3F286B652}" srcOrd="0" destOrd="0" presId="urn:microsoft.com/office/officeart/2005/8/layout/hierarchy2"/>
    <dgm:cxn modelId="{CFC8A014-9DFE-5B48-9F0F-5D8A55F99BAB}" type="presOf" srcId="{5BB6DC2F-10DF-1C4A-B3F0-A9732DE8948E}" destId="{421AFDE4-BD06-5D4C-AC3A-C956EE6CFB3E}" srcOrd="0" destOrd="0" presId="urn:microsoft.com/office/officeart/2005/8/layout/hierarchy2"/>
    <dgm:cxn modelId="{98AE051E-4B59-2D48-8164-83F0D92FBD4D}" srcId="{0C5AEEB7-6750-EF42-B094-71557773A160}" destId="{CEE3CC79-3B19-0846-ADE5-A70536377759}" srcOrd="0" destOrd="0" parTransId="{BD1C35C8-FF96-5946-BAD5-39A62167DCF7}" sibTransId="{D8784673-3F50-9041-BC7D-5307BC00C41D}"/>
    <dgm:cxn modelId="{67FB4F1F-60B0-7C47-83A5-F7E424EE733E}" srcId="{3024A48A-99B1-604F-806B-FD045E032EA2}" destId="{24030A07-1F71-514C-8711-039FA8F92951}" srcOrd="0" destOrd="0" parTransId="{42E7B5E4-1E42-D64B-BE1C-94E8247396F2}" sibTransId="{663086EC-D406-C54F-AF4B-39D7DF463509}"/>
    <dgm:cxn modelId="{D3CB5121-B05F-414B-B342-A608AB15678B}" type="presOf" srcId="{42E7B5E4-1E42-D64B-BE1C-94E8247396F2}" destId="{49AE5AD3-3901-1A46-9557-0C22FA0AB2DC}" srcOrd="0" destOrd="0" presId="urn:microsoft.com/office/officeart/2005/8/layout/hierarchy2"/>
    <dgm:cxn modelId="{B96E9329-B21E-674F-BF19-FCFBC5779984}" srcId="{5460C738-F63A-4945-B667-3844A7AEF95B}" destId="{7FA459D7-6143-864A-8A9F-6737184A85B6}" srcOrd="0" destOrd="0" parTransId="{CB6B6106-39D7-7648-9232-C5E00EDF582F}" sibTransId="{A2DEF337-5E80-9D4E-84F9-83D51E9CA4E8}"/>
    <dgm:cxn modelId="{D3A4FB2E-3C6C-1542-8248-3325B8739E45}" type="presOf" srcId="{9A352514-3A0A-7948-ADFA-143AC4381A55}" destId="{D09AEBD4-5340-DB40-A717-3420E3574935}" srcOrd="0" destOrd="0" presId="urn:microsoft.com/office/officeart/2005/8/layout/hierarchy2"/>
    <dgm:cxn modelId="{8804173E-F2DE-E846-A295-36C5D8D34508}" type="presOf" srcId="{BD1C35C8-FF96-5946-BAD5-39A62167DCF7}" destId="{33EA161A-8C41-6F44-A4FC-B92DFF9B6B89}" srcOrd="1" destOrd="0" presId="urn:microsoft.com/office/officeart/2005/8/layout/hierarchy2"/>
    <dgm:cxn modelId="{70D71F46-994F-7745-9C29-1C96F845EE44}" srcId="{7FA459D7-6143-864A-8A9F-6737184A85B6}" destId="{0C5AEEB7-6750-EF42-B094-71557773A160}" srcOrd="1" destOrd="0" parTransId="{743598BE-4FF0-7545-91A8-CFEF408D2CFF}" sibTransId="{0017A28C-E1BF-D34E-BE36-94E14C4C3130}"/>
    <dgm:cxn modelId="{A8EC6154-9466-F445-B55D-8ED74B20727A}" srcId="{D80E3C3C-D7A4-6144-AA43-26A55E475CFA}" destId="{C9CE4CE6-58B8-F846-AF9C-CA6C05422D8D}" srcOrd="0" destOrd="0" parTransId="{915216AC-35F5-A64C-867F-98F626DD9E46}" sibTransId="{BC608C09-B545-7F47-BFC1-1028309E2A60}"/>
    <dgm:cxn modelId="{AB163B5A-775C-B54D-9907-A2C187E9447B}" srcId="{D80E3C3C-D7A4-6144-AA43-26A55E475CFA}" destId="{E73094AA-8F7E-5D45-9FEF-97D2CB9A8442}" srcOrd="1" destOrd="0" parTransId="{5BB6DC2F-10DF-1C4A-B3F0-A9732DE8948E}" sibTransId="{86801654-E96E-A64C-9646-206C4BC28BC9}"/>
    <dgm:cxn modelId="{65754A5B-4FE8-A34A-B168-50B3B06D8A17}" type="presOf" srcId="{743598BE-4FF0-7545-91A8-CFEF408D2CFF}" destId="{601DEE26-D544-A04D-B902-1D47530CF921}" srcOrd="1" destOrd="0" presId="urn:microsoft.com/office/officeart/2005/8/layout/hierarchy2"/>
    <dgm:cxn modelId="{A4DA4074-0368-1043-B942-8BFA27DB844B}" type="presOf" srcId="{D80E3C3C-D7A4-6144-AA43-26A55E475CFA}" destId="{E7F98467-9716-5E40-941A-4617F824C246}" srcOrd="0" destOrd="0" presId="urn:microsoft.com/office/officeart/2005/8/layout/hierarchy2"/>
    <dgm:cxn modelId="{B39B6B79-8192-664A-B23B-9EE19F15774C}" type="presOf" srcId="{6679AD5E-131F-CA45-90E2-0F8617F17D93}" destId="{CEA17003-D1EB-7D47-97B5-DD4FF538DD54}" srcOrd="1" destOrd="0" presId="urn:microsoft.com/office/officeart/2005/8/layout/hierarchy2"/>
    <dgm:cxn modelId="{AF13047A-72C0-624E-9264-E68DD83F31CB}" srcId="{7FA459D7-6143-864A-8A9F-6737184A85B6}" destId="{D80E3C3C-D7A4-6144-AA43-26A55E475CFA}" srcOrd="2" destOrd="0" parTransId="{0FB79998-06A3-9D44-97E4-9C955166FD42}" sibTransId="{C4AC98B2-7EA0-E043-AD22-FBD943BAB7DE}"/>
    <dgm:cxn modelId="{8860CE81-E057-874B-AB16-99EF7A8D2B25}" srcId="{3024A48A-99B1-604F-806B-FD045E032EA2}" destId="{C643438A-E683-F54A-BFB6-6C5056D68590}" srcOrd="1" destOrd="0" parTransId="{B9D6888C-D25F-8A49-9A07-07E029A933CF}" sibTransId="{2B3DAC34-7B7D-5E47-B0F3-182766707198}"/>
    <dgm:cxn modelId="{E781AD82-DC50-344B-9E26-13ADCAA1237F}" type="presOf" srcId="{915216AC-35F5-A64C-867F-98F626DD9E46}" destId="{E2641298-3802-4C4E-B5E3-07B74D18AD63}" srcOrd="1" destOrd="0" presId="urn:microsoft.com/office/officeart/2005/8/layout/hierarchy2"/>
    <dgm:cxn modelId="{0B1FFE8F-E48F-E74E-AAA1-D781C169DCD5}" type="presOf" srcId="{B9D6888C-D25F-8A49-9A07-07E029A933CF}" destId="{2D61280F-77D2-4F40-B414-C1C6ACCE0428}" srcOrd="0" destOrd="0" presId="urn:microsoft.com/office/officeart/2005/8/layout/hierarchy2"/>
    <dgm:cxn modelId="{F73EC993-AACD-C84A-B570-4286B8B23CB6}" type="presOf" srcId="{24030A07-1F71-514C-8711-039FA8F92951}" destId="{F40DAC5F-366B-6249-AAF6-FBFF8BA30CA8}" srcOrd="0" destOrd="0" presId="urn:microsoft.com/office/officeart/2005/8/layout/hierarchy2"/>
    <dgm:cxn modelId="{2B8B989F-411E-3B4C-B9DA-A350BB0C96E1}" type="presOf" srcId="{7FA459D7-6143-864A-8A9F-6737184A85B6}" destId="{A5484C34-AF63-3743-AC98-AE16F192B3A6}" srcOrd="0" destOrd="0" presId="urn:microsoft.com/office/officeart/2005/8/layout/hierarchy2"/>
    <dgm:cxn modelId="{0F0438A0-0C1B-8D41-B9F4-E40FEEC8A4C6}" type="presOf" srcId="{0FB79998-06A3-9D44-97E4-9C955166FD42}" destId="{BF75C738-3FC7-0843-96AF-7577CD6A3E0B}" srcOrd="0" destOrd="0" presId="urn:microsoft.com/office/officeart/2005/8/layout/hierarchy2"/>
    <dgm:cxn modelId="{35BF42A0-84C3-A24C-9B78-E7F53697B561}" type="presOf" srcId="{C9CE4CE6-58B8-F846-AF9C-CA6C05422D8D}" destId="{BAC065D8-5620-5C4E-9BA5-6E1A9191D5B3}" srcOrd="0" destOrd="0" presId="urn:microsoft.com/office/officeart/2005/8/layout/hierarchy2"/>
    <dgm:cxn modelId="{98749BA5-94F8-D74E-8115-40BECBA2AF63}" type="presOf" srcId="{CEE3CC79-3B19-0846-ADE5-A70536377759}" destId="{7FAE15F3-6F2E-3E49-A091-9A94FDDBE36C}" srcOrd="0" destOrd="0" presId="urn:microsoft.com/office/officeart/2005/8/layout/hierarchy2"/>
    <dgm:cxn modelId="{02E5C3A9-C7C0-574C-AED9-48DFC70D4636}" srcId="{3024A48A-99B1-604F-806B-FD045E032EA2}" destId="{6EA7BAFD-9B6A-404B-B4F5-B9816E500A86}" srcOrd="2" destOrd="0" parTransId="{9A352514-3A0A-7948-ADFA-143AC4381A55}" sibTransId="{FE8ADE52-ABB6-7743-8F60-039643744E42}"/>
    <dgm:cxn modelId="{8C42DCA9-8085-DB42-8EAE-30DAA262B805}" type="presOf" srcId="{5BB6DC2F-10DF-1C4A-B3F0-A9732DE8948E}" destId="{4E12F272-5147-4842-8439-21456BD5F571}" srcOrd="1" destOrd="0" presId="urn:microsoft.com/office/officeart/2005/8/layout/hierarchy2"/>
    <dgm:cxn modelId="{F90362B0-34A6-EE4E-BDCE-854114683F4D}" type="presOf" srcId="{E73094AA-8F7E-5D45-9FEF-97D2CB9A8442}" destId="{48A925F4-CCA5-BA46-83B2-19FF9FB78F9D}" srcOrd="0" destOrd="0" presId="urn:microsoft.com/office/officeart/2005/8/layout/hierarchy2"/>
    <dgm:cxn modelId="{3A1170B0-102E-AB45-8A41-5F77116964DD}" type="presOf" srcId="{5460C738-F63A-4945-B667-3844A7AEF95B}" destId="{A56E20A5-75FB-9441-BC6C-527B5E25771A}" srcOrd="0" destOrd="0" presId="urn:microsoft.com/office/officeart/2005/8/layout/hierarchy2"/>
    <dgm:cxn modelId="{B3B219C4-6BB3-844C-BEDA-4EE5CDCE97FF}" type="presOf" srcId="{6EA7BAFD-9B6A-404B-B4F5-B9816E500A86}" destId="{E5E2FB23-D9B6-B949-8B9A-AC0A68A8DB7E}" srcOrd="0" destOrd="0" presId="urn:microsoft.com/office/officeart/2005/8/layout/hierarchy2"/>
    <dgm:cxn modelId="{CC64C1CB-B8BA-F14C-AA32-F0C5136259E8}" type="presOf" srcId="{C643438A-E683-F54A-BFB6-6C5056D68590}" destId="{B242BFE9-F33F-3340-9265-AED949C35D7E}" srcOrd="0" destOrd="0" presId="urn:microsoft.com/office/officeart/2005/8/layout/hierarchy2"/>
    <dgm:cxn modelId="{E74ABADB-EDF6-8C44-995E-DD5F1306792E}" type="presOf" srcId="{915216AC-35F5-A64C-867F-98F626DD9E46}" destId="{EC44ED9E-A6C5-6A43-BC84-664D933C823D}" srcOrd="0" destOrd="0" presId="urn:microsoft.com/office/officeart/2005/8/layout/hierarchy2"/>
    <dgm:cxn modelId="{B822BBE3-CAD2-6645-ABD4-7780BCCF61FE}" type="presOf" srcId="{42E7B5E4-1E42-D64B-BE1C-94E8247396F2}" destId="{4A027007-3BF3-C148-AFA2-DADD9798D54D}" srcOrd="1" destOrd="0" presId="urn:microsoft.com/office/officeart/2005/8/layout/hierarchy2"/>
    <dgm:cxn modelId="{A8C388EB-8A4D-7946-9482-299205CC43D0}" type="presOf" srcId="{743598BE-4FF0-7545-91A8-CFEF408D2CFF}" destId="{CF8023A3-2133-8B40-B4D6-D19E4F4B6A51}" srcOrd="0" destOrd="0" presId="urn:microsoft.com/office/officeart/2005/8/layout/hierarchy2"/>
    <dgm:cxn modelId="{79E56DED-89A3-184B-9222-9E35A5BE1B5B}" type="presOf" srcId="{0FB79998-06A3-9D44-97E4-9C955166FD42}" destId="{246EF886-78B5-CC43-8D22-E94476BC268C}" srcOrd="1" destOrd="0" presId="urn:microsoft.com/office/officeart/2005/8/layout/hierarchy2"/>
    <dgm:cxn modelId="{0C318EEF-E053-1145-BAED-08A12BFE47E0}" type="presOf" srcId="{9A352514-3A0A-7948-ADFA-143AC4381A55}" destId="{30E621C7-D804-CF4A-908A-E8AC98DFB131}" srcOrd="1" destOrd="0" presId="urn:microsoft.com/office/officeart/2005/8/layout/hierarchy2"/>
    <dgm:cxn modelId="{269FC1F8-F322-C04F-A4F2-2980F0E23F8E}" srcId="{7FA459D7-6143-864A-8A9F-6737184A85B6}" destId="{3024A48A-99B1-604F-806B-FD045E032EA2}" srcOrd="0" destOrd="0" parTransId="{6679AD5E-131F-CA45-90E2-0F8617F17D93}" sibTransId="{F0E2533F-5220-1A44-8C09-3F37AC206FF0}"/>
    <dgm:cxn modelId="{8E462EFB-41F1-7B4E-A755-B48BF7901E3C}" type="presOf" srcId="{B9D6888C-D25F-8A49-9A07-07E029A933CF}" destId="{FD551764-073B-294A-9EA5-FE4909BAE5A0}" srcOrd="1" destOrd="0" presId="urn:microsoft.com/office/officeart/2005/8/layout/hierarchy2"/>
    <dgm:cxn modelId="{A07B4E1E-076B-4B49-8922-99B531CF8AC4}" type="presParOf" srcId="{A56E20A5-75FB-9441-BC6C-527B5E25771A}" destId="{D5BB12AA-07E6-7F4A-B84D-05492D0BDFA6}" srcOrd="0" destOrd="0" presId="urn:microsoft.com/office/officeart/2005/8/layout/hierarchy2"/>
    <dgm:cxn modelId="{A0D6D515-BB33-DB4E-8DC0-368A9E105217}" type="presParOf" srcId="{D5BB12AA-07E6-7F4A-B84D-05492D0BDFA6}" destId="{A5484C34-AF63-3743-AC98-AE16F192B3A6}" srcOrd="0" destOrd="0" presId="urn:microsoft.com/office/officeart/2005/8/layout/hierarchy2"/>
    <dgm:cxn modelId="{E6861091-EE2E-6449-A438-970086F66D10}" type="presParOf" srcId="{D5BB12AA-07E6-7F4A-B84D-05492D0BDFA6}" destId="{95F35DA3-FAAF-B94B-8070-C8826643E09D}" srcOrd="1" destOrd="0" presId="urn:microsoft.com/office/officeart/2005/8/layout/hierarchy2"/>
    <dgm:cxn modelId="{555C6B55-F87A-C54D-947F-CBAD6612CCD5}" type="presParOf" srcId="{95F35DA3-FAAF-B94B-8070-C8826643E09D}" destId="{B4B961B7-99D8-9F45-A2C0-6B627BC11ECD}" srcOrd="0" destOrd="0" presId="urn:microsoft.com/office/officeart/2005/8/layout/hierarchy2"/>
    <dgm:cxn modelId="{0283899E-36A1-F24E-ADE1-42710B1F8BBA}" type="presParOf" srcId="{B4B961B7-99D8-9F45-A2C0-6B627BC11ECD}" destId="{CEA17003-D1EB-7D47-97B5-DD4FF538DD54}" srcOrd="0" destOrd="0" presId="urn:microsoft.com/office/officeart/2005/8/layout/hierarchy2"/>
    <dgm:cxn modelId="{21638C86-1786-4E45-A988-A6A95D575F9B}" type="presParOf" srcId="{95F35DA3-FAAF-B94B-8070-C8826643E09D}" destId="{3500F5F3-1BB5-494D-BB1D-6B507E60B4F6}" srcOrd="1" destOrd="0" presId="urn:microsoft.com/office/officeart/2005/8/layout/hierarchy2"/>
    <dgm:cxn modelId="{7BF8EC32-5302-D548-8BE5-489DA3FCC410}" type="presParOf" srcId="{3500F5F3-1BB5-494D-BB1D-6B507E60B4F6}" destId="{97424D24-3BEC-B941-A956-4BF4EAC3AD4E}" srcOrd="0" destOrd="0" presId="urn:microsoft.com/office/officeart/2005/8/layout/hierarchy2"/>
    <dgm:cxn modelId="{C155325E-FE69-B644-A30C-4EF3E3449500}" type="presParOf" srcId="{3500F5F3-1BB5-494D-BB1D-6B507E60B4F6}" destId="{9696902F-2115-7649-93CF-ABF00915C3D7}" srcOrd="1" destOrd="0" presId="urn:microsoft.com/office/officeart/2005/8/layout/hierarchy2"/>
    <dgm:cxn modelId="{EC266E50-4559-524F-B65E-4E80C5F813CD}" type="presParOf" srcId="{9696902F-2115-7649-93CF-ABF00915C3D7}" destId="{49AE5AD3-3901-1A46-9557-0C22FA0AB2DC}" srcOrd="0" destOrd="0" presId="urn:microsoft.com/office/officeart/2005/8/layout/hierarchy2"/>
    <dgm:cxn modelId="{293A8439-DC44-AF4F-A348-EE042553346D}" type="presParOf" srcId="{49AE5AD3-3901-1A46-9557-0C22FA0AB2DC}" destId="{4A027007-3BF3-C148-AFA2-DADD9798D54D}" srcOrd="0" destOrd="0" presId="urn:microsoft.com/office/officeart/2005/8/layout/hierarchy2"/>
    <dgm:cxn modelId="{D191DABB-E45C-2441-A73E-2A224BC138A0}" type="presParOf" srcId="{9696902F-2115-7649-93CF-ABF00915C3D7}" destId="{BBE56AFA-9DB8-4548-B1C7-781D1030A9A0}" srcOrd="1" destOrd="0" presId="urn:microsoft.com/office/officeart/2005/8/layout/hierarchy2"/>
    <dgm:cxn modelId="{2C05B7F0-282F-E245-A375-FFF4E14D4B59}" type="presParOf" srcId="{BBE56AFA-9DB8-4548-B1C7-781D1030A9A0}" destId="{F40DAC5F-366B-6249-AAF6-FBFF8BA30CA8}" srcOrd="0" destOrd="0" presId="urn:microsoft.com/office/officeart/2005/8/layout/hierarchy2"/>
    <dgm:cxn modelId="{66005F1A-BE98-F748-935B-ED44E08F5D50}" type="presParOf" srcId="{BBE56AFA-9DB8-4548-B1C7-781D1030A9A0}" destId="{45F1EB2D-75AD-A345-B2ED-AE0E45246480}" srcOrd="1" destOrd="0" presId="urn:microsoft.com/office/officeart/2005/8/layout/hierarchy2"/>
    <dgm:cxn modelId="{923AD8E3-37FD-324E-9D4C-F3C8098A3F34}" type="presParOf" srcId="{9696902F-2115-7649-93CF-ABF00915C3D7}" destId="{2D61280F-77D2-4F40-B414-C1C6ACCE0428}" srcOrd="2" destOrd="0" presId="urn:microsoft.com/office/officeart/2005/8/layout/hierarchy2"/>
    <dgm:cxn modelId="{FF5D7BB4-0790-554F-BFEC-50515C8C131E}" type="presParOf" srcId="{2D61280F-77D2-4F40-B414-C1C6ACCE0428}" destId="{FD551764-073B-294A-9EA5-FE4909BAE5A0}" srcOrd="0" destOrd="0" presId="urn:microsoft.com/office/officeart/2005/8/layout/hierarchy2"/>
    <dgm:cxn modelId="{C41B6B08-6825-A247-8581-15259C167DEE}" type="presParOf" srcId="{9696902F-2115-7649-93CF-ABF00915C3D7}" destId="{0F2BC232-6617-F545-A014-9DB87481A55D}" srcOrd="3" destOrd="0" presId="urn:microsoft.com/office/officeart/2005/8/layout/hierarchy2"/>
    <dgm:cxn modelId="{12F66764-F67E-9141-B0DE-0393BE8F766A}" type="presParOf" srcId="{0F2BC232-6617-F545-A014-9DB87481A55D}" destId="{B242BFE9-F33F-3340-9265-AED949C35D7E}" srcOrd="0" destOrd="0" presId="urn:microsoft.com/office/officeart/2005/8/layout/hierarchy2"/>
    <dgm:cxn modelId="{70D820C3-40CD-5148-A427-B97F9C83CF01}" type="presParOf" srcId="{0F2BC232-6617-F545-A014-9DB87481A55D}" destId="{D30CC473-C206-8946-A697-E03467F7A856}" srcOrd="1" destOrd="0" presId="urn:microsoft.com/office/officeart/2005/8/layout/hierarchy2"/>
    <dgm:cxn modelId="{DB1851B1-6E4F-B743-A19A-69DF8EDD325D}" type="presParOf" srcId="{9696902F-2115-7649-93CF-ABF00915C3D7}" destId="{D09AEBD4-5340-DB40-A717-3420E3574935}" srcOrd="4" destOrd="0" presId="urn:microsoft.com/office/officeart/2005/8/layout/hierarchy2"/>
    <dgm:cxn modelId="{62CE3746-DA08-604F-910E-E666EDEC2FEA}" type="presParOf" srcId="{D09AEBD4-5340-DB40-A717-3420E3574935}" destId="{30E621C7-D804-CF4A-908A-E8AC98DFB131}" srcOrd="0" destOrd="0" presId="urn:microsoft.com/office/officeart/2005/8/layout/hierarchy2"/>
    <dgm:cxn modelId="{76298838-E499-4E47-82CF-D49297DF91BE}" type="presParOf" srcId="{9696902F-2115-7649-93CF-ABF00915C3D7}" destId="{426A825D-182F-7942-B2F1-C24EDFB741B8}" srcOrd="5" destOrd="0" presId="urn:microsoft.com/office/officeart/2005/8/layout/hierarchy2"/>
    <dgm:cxn modelId="{EA37A982-7932-4D4C-B6D6-70369D4C2C9D}" type="presParOf" srcId="{426A825D-182F-7942-B2F1-C24EDFB741B8}" destId="{E5E2FB23-D9B6-B949-8B9A-AC0A68A8DB7E}" srcOrd="0" destOrd="0" presId="urn:microsoft.com/office/officeart/2005/8/layout/hierarchy2"/>
    <dgm:cxn modelId="{DCF108F7-CD42-454F-B800-3D4299CA63B5}" type="presParOf" srcId="{426A825D-182F-7942-B2F1-C24EDFB741B8}" destId="{87067667-6B86-974F-8FE9-57AEA3EDEBC4}" srcOrd="1" destOrd="0" presId="urn:microsoft.com/office/officeart/2005/8/layout/hierarchy2"/>
    <dgm:cxn modelId="{F1BDEAE4-27C6-D143-93C5-DD4F65CBDB8E}" type="presParOf" srcId="{95F35DA3-FAAF-B94B-8070-C8826643E09D}" destId="{CF8023A3-2133-8B40-B4D6-D19E4F4B6A51}" srcOrd="2" destOrd="0" presId="urn:microsoft.com/office/officeart/2005/8/layout/hierarchy2"/>
    <dgm:cxn modelId="{1905A222-0CA2-814F-8D9C-9883F6A5BAF6}" type="presParOf" srcId="{CF8023A3-2133-8B40-B4D6-D19E4F4B6A51}" destId="{601DEE26-D544-A04D-B902-1D47530CF921}" srcOrd="0" destOrd="0" presId="urn:microsoft.com/office/officeart/2005/8/layout/hierarchy2"/>
    <dgm:cxn modelId="{D4A50148-661B-C448-9F26-4311BD0C01BA}" type="presParOf" srcId="{95F35DA3-FAAF-B94B-8070-C8826643E09D}" destId="{28D92BC0-7445-7749-9E0E-13FF83FD05AF}" srcOrd="3" destOrd="0" presId="urn:microsoft.com/office/officeart/2005/8/layout/hierarchy2"/>
    <dgm:cxn modelId="{73CCF253-B8C8-664E-972D-DAA51ADB47A0}" type="presParOf" srcId="{28D92BC0-7445-7749-9E0E-13FF83FD05AF}" destId="{788FD4D7-6010-E547-969B-BBB3F286B652}" srcOrd="0" destOrd="0" presId="urn:microsoft.com/office/officeart/2005/8/layout/hierarchy2"/>
    <dgm:cxn modelId="{CBDC918C-46E4-7B4E-AD1A-693480F5BA2E}" type="presParOf" srcId="{28D92BC0-7445-7749-9E0E-13FF83FD05AF}" destId="{5D3F00CE-7ECB-CD4E-8EED-8FDEF890AC22}" srcOrd="1" destOrd="0" presId="urn:microsoft.com/office/officeart/2005/8/layout/hierarchy2"/>
    <dgm:cxn modelId="{958A5540-1EE8-E342-B8CF-E247F4577F15}" type="presParOf" srcId="{5D3F00CE-7ECB-CD4E-8EED-8FDEF890AC22}" destId="{0F5E7033-8C9D-2347-97D4-F8A158227BBE}" srcOrd="0" destOrd="0" presId="urn:microsoft.com/office/officeart/2005/8/layout/hierarchy2"/>
    <dgm:cxn modelId="{C1435960-1043-3C4B-BEA1-CF5C50E01578}" type="presParOf" srcId="{0F5E7033-8C9D-2347-97D4-F8A158227BBE}" destId="{33EA161A-8C41-6F44-A4FC-B92DFF9B6B89}" srcOrd="0" destOrd="0" presId="urn:microsoft.com/office/officeart/2005/8/layout/hierarchy2"/>
    <dgm:cxn modelId="{851D6BF6-2D5B-0F44-8D4D-91895457630C}" type="presParOf" srcId="{5D3F00CE-7ECB-CD4E-8EED-8FDEF890AC22}" destId="{ECE0FA14-9864-0D4E-BE6B-122185E3501D}" srcOrd="1" destOrd="0" presId="urn:microsoft.com/office/officeart/2005/8/layout/hierarchy2"/>
    <dgm:cxn modelId="{9310859A-F429-E14C-BDF0-5A76FAEAE563}" type="presParOf" srcId="{ECE0FA14-9864-0D4E-BE6B-122185E3501D}" destId="{7FAE15F3-6F2E-3E49-A091-9A94FDDBE36C}" srcOrd="0" destOrd="0" presId="urn:microsoft.com/office/officeart/2005/8/layout/hierarchy2"/>
    <dgm:cxn modelId="{409FA8B8-EDEB-B847-9C21-9B089E6BBD6E}" type="presParOf" srcId="{ECE0FA14-9864-0D4E-BE6B-122185E3501D}" destId="{8F4D10CC-03E3-454B-A6C2-29290F997750}" srcOrd="1" destOrd="0" presId="urn:microsoft.com/office/officeart/2005/8/layout/hierarchy2"/>
    <dgm:cxn modelId="{7879DCC0-A6D5-6A4C-8061-6573906CCA8E}" type="presParOf" srcId="{95F35DA3-FAAF-B94B-8070-C8826643E09D}" destId="{BF75C738-3FC7-0843-96AF-7577CD6A3E0B}" srcOrd="4" destOrd="0" presId="urn:microsoft.com/office/officeart/2005/8/layout/hierarchy2"/>
    <dgm:cxn modelId="{55AFD4B4-75F1-3A4B-9E58-3A54BBE06F28}" type="presParOf" srcId="{BF75C738-3FC7-0843-96AF-7577CD6A3E0B}" destId="{246EF886-78B5-CC43-8D22-E94476BC268C}" srcOrd="0" destOrd="0" presId="urn:microsoft.com/office/officeart/2005/8/layout/hierarchy2"/>
    <dgm:cxn modelId="{CB8F9DF4-207B-074C-80BE-31BCF2D8A882}" type="presParOf" srcId="{95F35DA3-FAAF-B94B-8070-C8826643E09D}" destId="{070B8FC3-4535-0D4D-A2E8-884BBFC65579}" srcOrd="5" destOrd="0" presId="urn:microsoft.com/office/officeart/2005/8/layout/hierarchy2"/>
    <dgm:cxn modelId="{8FD86C02-D5B6-D742-AECD-E185FF7AD927}" type="presParOf" srcId="{070B8FC3-4535-0D4D-A2E8-884BBFC65579}" destId="{E7F98467-9716-5E40-941A-4617F824C246}" srcOrd="0" destOrd="0" presId="urn:microsoft.com/office/officeart/2005/8/layout/hierarchy2"/>
    <dgm:cxn modelId="{E2DDC0F4-49F5-444A-8652-75DC778B8F6F}" type="presParOf" srcId="{070B8FC3-4535-0D4D-A2E8-884BBFC65579}" destId="{C3195B80-2446-E04B-9523-F6D5AE71DA49}" srcOrd="1" destOrd="0" presId="urn:microsoft.com/office/officeart/2005/8/layout/hierarchy2"/>
    <dgm:cxn modelId="{1D31D329-E548-5745-86EF-DEF91AA6B91D}" type="presParOf" srcId="{C3195B80-2446-E04B-9523-F6D5AE71DA49}" destId="{EC44ED9E-A6C5-6A43-BC84-664D933C823D}" srcOrd="0" destOrd="0" presId="urn:microsoft.com/office/officeart/2005/8/layout/hierarchy2"/>
    <dgm:cxn modelId="{6C074290-B556-984F-81E0-6770A9339584}" type="presParOf" srcId="{EC44ED9E-A6C5-6A43-BC84-664D933C823D}" destId="{E2641298-3802-4C4E-B5E3-07B74D18AD63}" srcOrd="0" destOrd="0" presId="urn:microsoft.com/office/officeart/2005/8/layout/hierarchy2"/>
    <dgm:cxn modelId="{6FB9A0C2-764E-0F4C-A6D1-E52B9499E952}" type="presParOf" srcId="{C3195B80-2446-E04B-9523-F6D5AE71DA49}" destId="{0AC6303C-7A9B-5B4F-B963-A828635AB632}" srcOrd="1" destOrd="0" presId="urn:microsoft.com/office/officeart/2005/8/layout/hierarchy2"/>
    <dgm:cxn modelId="{60F3954E-9AF0-1247-8646-3CFE21EF45CF}" type="presParOf" srcId="{0AC6303C-7A9B-5B4F-B963-A828635AB632}" destId="{BAC065D8-5620-5C4E-9BA5-6E1A9191D5B3}" srcOrd="0" destOrd="0" presId="urn:microsoft.com/office/officeart/2005/8/layout/hierarchy2"/>
    <dgm:cxn modelId="{FE3425A0-19AF-3E4B-B2A4-7F9B0984F8AF}" type="presParOf" srcId="{0AC6303C-7A9B-5B4F-B963-A828635AB632}" destId="{15ADD650-2574-E84F-A0CB-64238C32D6CC}" srcOrd="1" destOrd="0" presId="urn:microsoft.com/office/officeart/2005/8/layout/hierarchy2"/>
    <dgm:cxn modelId="{2E3796C2-22A2-444F-BA43-81266E39E139}" type="presParOf" srcId="{C3195B80-2446-E04B-9523-F6D5AE71DA49}" destId="{421AFDE4-BD06-5D4C-AC3A-C956EE6CFB3E}" srcOrd="2" destOrd="0" presId="urn:microsoft.com/office/officeart/2005/8/layout/hierarchy2"/>
    <dgm:cxn modelId="{04B0BCAD-3F07-BA4A-9514-5EF1CBB90477}" type="presParOf" srcId="{421AFDE4-BD06-5D4C-AC3A-C956EE6CFB3E}" destId="{4E12F272-5147-4842-8439-21456BD5F571}" srcOrd="0" destOrd="0" presId="urn:microsoft.com/office/officeart/2005/8/layout/hierarchy2"/>
    <dgm:cxn modelId="{5D593E79-ABD3-E145-9D15-B055B0052FEC}" type="presParOf" srcId="{C3195B80-2446-E04B-9523-F6D5AE71DA49}" destId="{E7E74D9E-5885-A643-B860-EB5B9AB10D36}" srcOrd="3" destOrd="0" presId="urn:microsoft.com/office/officeart/2005/8/layout/hierarchy2"/>
    <dgm:cxn modelId="{CC25C3A0-17C6-4E42-BA63-11CADCA0F2A3}" type="presParOf" srcId="{E7E74D9E-5885-A643-B860-EB5B9AB10D36}" destId="{48A925F4-CCA5-BA46-83B2-19FF9FB78F9D}" srcOrd="0" destOrd="0" presId="urn:microsoft.com/office/officeart/2005/8/layout/hierarchy2"/>
    <dgm:cxn modelId="{B8AAEDFC-3C64-7343-BC36-4A52FDE7E4E5}" type="presParOf" srcId="{E7E74D9E-5885-A643-B860-EB5B9AB10D36}" destId="{9B671432-3A67-634C-B2E6-D18A3651A055}"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84C34-AF63-3743-AC98-AE16F192B3A6}">
      <dsp:nvSpPr>
        <dsp:cNvPr id="0" name=""/>
        <dsp:cNvSpPr/>
      </dsp:nvSpPr>
      <dsp:spPr>
        <a:xfrm>
          <a:off x="34919" y="2365963"/>
          <a:ext cx="3611698" cy="1668105"/>
        </a:xfrm>
        <a:prstGeom prst="roundRect">
          <a:avLst>
            <a:gd name="adj" fmla="val 10000"/>
          </a:avLst>
        </a:prstGeom>
        <a:solidFill>
          <a:schemeClr val="bg1"/>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kumimoji="1" lang="en-US" altLang="ja-JP" sz="2400" b="1" kern="1200" dirty="0">
              <a:solidFill>
                <a:schemeClr val="tx1"/>
              </a:solidFill>
              <a:latin typeface="Yu Gothic" panose="020B0400000000000000" pitchFamily="34" charset="-128"/>
              <a:ea typeface="Yu Gothic" panose="020B0400000000000000" pitchFamily="34" charset="-128"/>
            </a:rPr>
            <a:t>KOKORONIA</a:t>
          </a:r>
        </a:p>
        <a:p>
          <a:pPr marL="0" lvl="0" indent="0" algn="ctr" defTabSz="1066800">
            <a:lnSpc>
              <a:spcPct val="90000"/>
            </a:lnSpc>
            <a:spcBef>
              <a:spcPct val="0"/>
            </a:spcBef>
            <a:spcAft>
              <a:spcPct val="35000"/>
            </a:spcAft>
            <a:buNone/>
          </a:pPr>
          <a:r>
            <a:rPr kumimoji="1" lang="en-US" altLang="ja-JP" sz="2400" b="1" kern="1200" dirty="0">
              <a:solidFill>
                <a:schemeClr val="tx1"/>
              </a:solidFill>
              <a:latin typeface="Yu Gothic" panose="020B0400000000000000" pitchFamily="34" charset="-128"/>
              <a:ea typeface="Yu Gothic" panose="020B0400000000000000" pitchFamily="34" charset="-128"/>
            </a:rPr>
            <a:t>SQLite Database</a:t>
          </a:r>
          <a:endParaRPr kumimoji="1" lang="ja-JP" altLang="en-US" sz="2400" b="1" kern="1200">
            <a:solidFill>
              <a:schemeClr val="tx1"/>
            </a:solidFill>
            <a:latin typeface="Yu Gothic" panose="020B0400000000000000" pitchFamily="34" charset="-128"/>
            <a:ea typeface="Yu Gothic" panose="020B0400000000000000" pitchFamily="34" charset="-128"/>
          </a:endParaRPr>
        </a:p>
      </dsp:txBody>
      <dsp:txXfrm>
        <a:off x="83776" y="2414820"/>
        <a:ext cx="3513984" cy="1570391"/>
      </dsp:txXfrm>
    </dsp:sp>
    <dsp:sp modelId="{B4B961B7-99D8-9F45-A2C0-6B627BC11ECD}">
      <dsp:nvSpPr>
        <dsp:cNvPr id="0" name=""/>
        <dsp:cNvSpPr/>
      </dsp:nvSpPr>
      <dsp:spPr>
        <a:xfrm rot="17990626">
          <a:off x="3179533" y="2380241"/>
          <a:ext cx="1859547" cy="26604"/>
        </a:xfrm>
        <a:custGeom>
          <a:avLst/>
          <a:gdLst/>
          <a:ahLst/>
          <a:cxnLst/>
          <a:rect l="0" t="0" r="0" b="0"/>
          <a:pathLst>
            <a:path>
              <a:moveTo>
                <a:pt x="0" y="13302"/>
              </a:moveTo>
              <a:lnTo>
                <a:pt x="1859547"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4062819" y="2347055"/>
        <a:ext cx="92977" cy="92977"/>
      </dsp:txXfrm>
    </dsp:sp>
    <dsp:sp modelId="{97424D24-3BEC-B941-A956-4BF4EAC3AD4E}">
      <dsp:nvSpPr>
        <dsp:cNvPr id="0" name=""/>
        <dsp:cNvSpPr/>
      </dsp:nvSpPr>
      <dsp:spPr>
        <a:xfrm>
          <a:off x="4571997" y="1103965"/>
          <a:ext cx="2167366" cy="966211"/>
        </a:xfrm>
        <a:prstGeom prst="roundRect">
          <a:avLst>
            <a:gd name="adj" fmla="val 10000"/>
          </a:avLst>
        </a:prstGeom>
        <a:solidFill>
          <a:schemeClr val="accent6">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kumimoji="1" lang="ja-JP" altLang="en-US" sz="2400" b="1" kern="1200">
              <a:solidFill>
                <a:schemeClr val="tx1"/>
              </a:solidFill>
              <a:latin typeface="Yu Gothic" panose="020B0400000000000000" pitchFamily="34" charset="-128"/>
              <a:ea typeface="Yu Gothic" panose="020B0400000000000000" pitchFamily="34" charset="-128"/>
            </a:rPr>
            <a:t>ユーザー認証</a:t>
          </a:r>
        </a:p>
      </dsp:txBody>
      <dsp:txXfrm>
        <a:off x="4600296" y="1132264"/>
        <a:ext cx="2110768" cy="909613"/>
      </dsp:txXfrm>
    </dsp:sp>
    <dsp:sp modelId="{49AE5AD3-3901-1A46-9557-0C22FA0AB2DC}">
      <dsp:nvSpPr>
        <dsp:cNvPr id="0" name=""/>
        <dsp:cNvSpPr/>
      </dsp:nvSpPr>
      <dsp:spPr>
        <a:xfrm rot="18870561">
          <a:off x="6509539" y="1025574"/>
          <a:ext cx="1537419" cy="26604"/>
        </a:xfrm>
        <a:custGeom>
          <a:avLst/>
          <a:gdLst/>
          <a:ahLst/>
          <a:cxnLst/>
          <a:rect l="0" t="0" r="0" b="0"/>
          <a:pathLst>
            <a:path>
              <a:moveTo>
                <a:pt x="0" y="13302"/>
              </a:moveTo>
              <a:lnTo>
                <a:pt x="1537419"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39813" y="1000441"/>
        <a:ext cx="76870" cy="76870"/>
      </dsp:txXfrm>
    </dsp:sp>
    <dsp:sp modelId="{F40DAC5F-366B-6249-AAF6-FBFF8BA30CA8}">
      <dsp:nvSpPr>
        <dsp:cNvPr id="0" name=""/>
        <dsp:cNvSpPr/>
      </dsp:nvSpPr>
      <dsp:spPr>
        <a:xfrm>
          <a:off x="7817134" y="7576"/>
          <a:ext cx="6549734" cy="966211"/>
        </a:xfrm>
        <a:prstGeom prst="roundRect">
          <a:avLst>
            <a:gd name="adj" fmla="val 10000"/>
          </a:avLst>
        </a:prstGeom>
        <a:solidFill>
          <a:schemeClr val="accent6">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kumimoji="1" lang="ja-JP" altLang="en-US" sz="2000" b="1" kern="1200">
              <a:solidFill>
                <a:schemeClr val="tx1"/>
              </a:solidFill>
              <a:latin typeface="Yu Gothic" panose="020B0400000000000000" pitchFamily="34" charset="-128"/>
              <a:ea typeface="Yu Gothic" panose="020B0400000000000000" pitchFamily="34" charset="-128"/>
            </a:rPr>
            <a:t>個人情報</a:t>
          </a:r>
          <a:r>
            <a:rPr kumimoji="1" lang="ja-JP" altLang="en-US" sz="2000" kern="1200">
              <a:solidFill>
                <a:schemeClr val="tx1"/>
              </a:solidFill>
              <a:latin typeface="Yu Gothic" panose="020B0400000000000000" pitchFamily="34" charset="-128"/>
              <a:ea typeface="Yu Gothic" panose="020B0400000000000000" pitchFamily="34" charset="-128"/>
            </a:rPr>
            <a:t>：</a:t>
          </a:r>
          <a:r>
            <a:rPr kumimoji="1" lang="en-US" altLang="ja-JP" sz="2000" kern="1200" dirty="0" err="1">
              <a:solidFill>
                <a:schemeClr val="tx1"/>
              </a:solidFill>
              <a:latin typeface="Yu Gothic" panose="020B0400000000000000" pitchFamily="34" charset="-128"/>
              <a:ea typeface="Yu Gothic" panose="020B0400000000000000" pitchFamily="34" charset="-128"/>
            </a:rPr>
            <a:t>accounts_user</a:t>
          </a:r>
          <a:endParaRPr kumimoji="1" lang="ja-JP" altLang="en-US" sz="2000" kern="1200">
            <a:solidFill>
              <a:schemeClr val="tx1"/>
            </a:solidFill>
            <a:latin typeface="Yu Gothic" panose="020B0400000000000000" pitchFamily="34" charset="-128"/>
            <a:ea typeface="Yu Gothic" panose="020B0400000000000000" pitchFamily="34" charset="-128"/>
          </a:endParaRPr>
        </a:p>
      </dsp:txBody>
      <dsp:txXfrm>
        <a:off x="7845433" y="35875"/>
        <a:ext cx="6493136" cy="909613"/>
      </dsp:txXfrm>
    </dsp:sp>
    <dsp:sp modelId="{2D61280F-77D2-4F40-B414-C1C6ACCE0428}">
      <dsp:nvSpPr>
        <dsp:cNvPr id="0" name=""/>
        <dsp:cNvSpPr/>
      </dsp:nvSpPr>
      <dsp:spPr>
        <a:xfrm rot="47058">
          <a:off x="6739313" y="1581145"/>
          <a:ext cx="1077871" cy="26604"/>
        </a:xfrm>
        <a:custGeom>
          <a:avLst/>
          <a:gdLst/>
          <a:ahLst/>
          <a:cxnLst/>
          <a:rect l="0" t="0" r="0" b="0"/>
          <a:pathLst>
            <a:path>
              <a:moveTo>
                <a:pt x="0" y="13302"/>
              </a:moveTo>
              <a:lnTo>
                <a:pt x="1077871"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51302" y="1567501"/>
        <a:ext cx="53893" cy="53893"/>
      </dsp:txXfrm>
    </dsp:sp>
    <dsp:sp modelId="{B242BFE9-F33F-3340-9265-AED949C35D7E}">
      <dsp:nvSpPr>
        <dsp:cNvPr id="0" name=""/>
        <dsp:cNvSpPr/>
      </dsp:nvSpPr>
      <dsp:spPr>
        <a:xfrm>
          <a:off x="7817134" y="1118719"/>
          <a:ext cx="6549734" cy="966211"/>
        </a:xfrm>
        <a:prstGeom prst="roundRect">
          <a:avLst>
            <a:gd name="adj" fmla="val 10000"/>
          </a:avLst>
        </a:prstGeom>
        <a:solidFill>
          <a:schemeClr val="accent6">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kumimoji="1" lang="ja-JP" altLang="en-US" sz="2000" b="1" kern="1200">
              <a:solidFill>
                <a:schemeClr val="tx1"/>
              </a:solidFill>
              <a:latin typeface="Yu Gothic" panose="020B0400000000000000" pitchFamily="34" charset="-128"/>
              <a:ea typeface="Yu Gothic" panose="020B0400000000000000" pitchFamily="34" charset="-128"/>
            </a:rPr>
            <a:t>グループ単位での権限管理</a:t>
          </a:r>
          <a:r>
            <a:rPr kumimoji="1" lang="ja-JP" altLang="en-US" sz="2000" kern="1200">
              <a:solidFill>
                <a:schemeClr val="tx1"/>
              </a:solidFill>
              <a:latin typeface="Yu Gothic" panose="020B0400000000000000" pitchFamily="34" charset="-128"/>
              <a:ea typeface="Yu Gothic" panose="020B0400000000000000" pitchFamily="34" charset="-128"/>
            </a:rPr>
            <a:t>：</a:t>
          </a:r>
          <a:r>
            <a:rPr kumimoji="1" lang="en-US" altLang="ja-JP" sz="2000" kern="1200" dirty="0" err="1">
              <a:solidFill>
                <a:schemeClr val="tx1"/>
              </a:solidFill>
              <a:latin typeface="Yu Gothic" panose="020B0400000000000000" pitchFamily="34" charset="-128"/>
              <a:ea typeface="Yu Gothic" panose="020B0400000000000000" pitchFamily="34" charset="-128"/>
            </a:rPr>
            <a:t>accounts_user_groups</a:t>
          </a:r>
          <a:endParaRPr kumimoji="1" lang="ja-JP" altLang="en-US" sz="2000" kern="1200">
            <a:solidFill>
              <a:schemeClr val="tx1"/>
            </a:solidFill>
            <a:latin typeface="Yu Gothic" panose="020B0400000000000000" pitchFamily="34" charset="-128"/>
            <a:ea typeface="Yu Gothic" panose="020B0400000000000000" pitchFamily="34" charset="-128"/>
          </a:endParaRPr>
        </a:p>
      </dsp:txBody>
      <dsp:txXfrm>
        <a:off x="7845433" y="1147018"/>
        <a:ext cx="6493136" cy="909613"/>
      </dsp:txXfrm>
    </dsp:sp>
    <dsp:sp modelId="{D09AEBD4-5340-DB40-A717-3420E3574935}">
      <dsp:nvSpPr>
        <dsp:cNvPr id="0" name=""/>
        <dsp:cNvSpPr/>
      </dsp:nvSpPr>
      <dsp:spPr>
        <a:xfrm rot="2775067">
          <a:off x="6498949" y="2136717"/>
          <a:ext cx="1558599" cy="26604"/>
        </a:xfrm>
        <a:custGeom>
          <a:avLst/>
          <a:gdLst/>
          <a:ahLst/>
          <a:cxnLst/>
          <a:rect l="0" t="0" r="0" b="0"/>
          <a:pathLst>
            <a:path>
              <a:moveTo>
                <a:pt x="0" y="13302"/>
              </a:moveTo>
              <a:lnTo>
                <a:pt x="1558599"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39284" y="2111054"/>
        <a:ext cx="77929" cy="77929"/>
      </dsp:txXfrm>
    </dsp:sp>
    <dsp:sp modelId="{E5E2FB23-D9B6-B949-8B9A-AC0A68A8DB7E}">
      <dsp:nvSpPr>
        <dsp:cNvPr id="0" name=""/>
        <dsp:cNvSpPr/>
      </dsp:nvSpPr>
      <dsp:spPr>
        <a:xfrm>
          <a:off x="7817134" y="2229862"/>
          <a:ext cx="6549734" cy="966211"/>
        </a:xfrm>
        <a:prstGeom prst="roundRect">
          <a:avLst>
            <a:gd name="adj" fmla="val 10000"/>
          </a:avLst>
        </a:prstGeom>
        <a:solidFill>
          <a:schemeClr val="accent6">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kumimoji="1" lang="ja-JP" altLang="en-US" sz="1800" b="1" kern="1200">
              <a:solidFill>
                <a:schemeClr val="tx1"/>
              </a:solidFill>
              <a:latin typeface="Yu Gothic" panose="020B0400000000000000" pitchFamily="34" charset="-128"/>
              <a:ea typeface="Yu Gothic" panose="020B0400000000000000" pitchFamily="34" charset="-128"/>
            </a:rPr>
            <a:t>ユーザー単位での権限管理</a:t>
          </a:r>
          <a:r>
            <a:rPr kumimoji="1" lang="ja-JP" altLang="en-US" sz="1800" kern="1200">
              <a:solidFill>
                <a:schemeClr val="tx1"/>
              </a:solidFill>
              <a:latin typeface="Yu Gothic" panose="020B0400000000000000" pitchFamily="34" charset="-128"/>
              <a:ea typeface="Yu Gothic" panose="020B0400000000000000" pitchFamily="34" charset="-128"/>
            </a:rPr>
            <a:t>：</a:t>
          </a:r>
          <a:r>
            <a:rPr kumimoji="1" lang="en-US" altLang="ja-JP" sz="1800" kern="1200" dirty="0" err="1">
              <a:solidFill>
                <a:schemeClr val="tx1"/>
              </a:solidFill>
              <a:latin typeface="Yu Gothic" panose="020B0400000000000000" pitchFamily="34" charset="-128"/>
              <a:ea typeface="Yu Gothic" panose="020B0400000000000000" pitchFamily="34" charset="-128"/>
            </a:rPr>
            <a:t>accounts_user_user_permissions</a:t>
          </a:r>
          <a:endParaRPr kumimoji="1" lang="ja-JP" altLang="en-US" sz="1800" kern="1200">
            <a:solidFill>
              <a:schemeClr val="tx1"/>
            </a:solidFill>
            <a:latin typeface="Yu Gothic" panose="020B0400000000000000" pitchFamily="34" charset="-128"/>
            <a:ea typeface="Yu Gothic" panose="020B0400000000000000" pitchFamily="34" charset="-128"/>
          </a:endParaRPr>
        </a:p>
      </dsp:txBody>
      <dsp:txXfrm>
        <a:off x="7845433" y="2258161"/>
        <a:ext cx="6493136" cy="909613"/>
      </dsp:txXfrm>
    </dsp:sp>
    <dsp:sp modelId="{CF8023A3-2133-8B40-B4D6-D19E4F4B6A51}">
      <dsp:nvSpPr>
        <dsp:cNvPr id="0" name=""/>
        <dsp:cNvSpPr/>
      </dsp:nvSpPr>
      <dsp:spPr>
        <a:xfrm rot="2001840">
          <a:off x="3555316" y="3491384"/>
          <a:ext cx="1107981" cy="26604"/>
        </a:xfrm>
        <a:custGeom>
          <a:avLst/>
          <a:gdLst/>
          <a:ahLst/>
          <a:cxnLst/>
          <a:rect l="0" t="0" r="0" b="0"/>
          <a:pathLst>
            <a:path>
              <a:moveTo>
                <a:pt x="0" y="13302"/>
              </a:moveTo>
              <a:lnTo>
                <a:pt x="1107981"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4081608" y="3476987"/>
        <a:ext cx="55399" cy="55399"/>
      </dsp:txXfrm>
    </dsp:sp>
    <dsp:sp modelId="{788FD4D7-6010-E547-969B-BBB3F286B652}">
      <dsp:nvSpPr>
        <dsp:cNvPr id="0" name=""/>
        <dsp:cNvSpPr/>
      </dsp:nvSpPr>
      <dsp:spPr>
        <a:xfrm>
          <a:off x="4571997" y="3326251"/>
          <a:ext cx="2167366" cy="966211"/>
        </a:xfrm>
        <a:prstGeom prst="roundRect">
          <a:avLst>
            <a:gd name="adj" fmla="val 10000"/>
          </a:avLst>
        </a:prstGeom>
        <a:solidFill>
          <a:schemeClr val="accent5">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kumimoji="1" lang="ja-JP" altLang="en-US" sz="2400" b="1" kern="1200">
              <a:solidFill>
                <a:schemeClr val="tx1"/>
              </a:solidFill>
              <a:latin typeface="Yu Gothic" panose="020B0400000000000000" pitchFamily="34" charset="-128"/>
              <a:ea typeface="Yu Gothic" panose="020B0400000000000000" pitchFamily="34" charset="-128"/>
            </a:rPr>
            <a:t>分析結果</a:t>
          </a:r>
        </a:p>
      </dsp:txBody>
      <dsp:txXfrm>
        <a:off x="4600296" y="3354550"/>
        <a:ext cx="2110768" cy="909613"/>
      </dsp:txXfrm>
    </dsp:sp>
    <dsp:sp modelId="{0F5E7033-8C9D-2347-97D4-F8A158227BBE}">
      <dsp:nvSpPr>
        <dsp:cNvPr id="0" name=""/>
        <dsp:cNvSpPr/>
      </dsp:nvSpPr>
      <dsp:spPr>
        <a:xfrm rot="47058">
          <a:off x="6739313" y="3803432"/>
          <a:ext cx="1077871" cy="26604"/>
        </a:xfrm>
        <a:custGeom>
          <a:avLst/>
          <a:gdLst/>
          <a:ahLst/>
          <a:cxnLst/>
          <a:rect l="0" t="0" r="0" b="0"/>
          <a:pathLst>
            <a:path>
              <a:moveTo>
                <a:pt x="0" y="13302"/>
              </a:moveTo>
              <a:lnTo>
                <a:pt x="1077871"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51302" y="3789787"/>
        <a:ext cx="53893" cy="53893"/>
      </dsp:txXfrm>
    </dsp:sp>
    <dsp:sp modelId="{7FAE15F3-6F2E-3E49-A091-9A94FDDBE36C}">
      <dsp:nvSpPr>
        <dsp:cNvPr id="0" name=""/>
        <dsp:cNvSpPr/>
      </dsp:nvSpPr>
      <dsp:spPr>
        <a:xfrm>
          <a:off x="7817134" y="3341005"/>
          <a:ext cx="6549734" cy="966211"/>
        </a:xfrm>
        <a:prstGeom prst="roundRect">
          <a:avLst>
            <a:gd name="adj" fmla="val 10000"/>
          </a:avLst>
        </a:prstGeom>
        <a:solidFill>
          <a:schemeClr val="accent5">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kumimoji="1" lang="ja-JP" altLang="en-US" sz="1800" b="1" kern="1200">
              <a:solidFill>
                <a:schemeClr val="tx1"/>
              </a:solidFill>
              <a:latin typeface="Yu Gothic" panose="020B0400000000000000" pitchFamily="34" charset="-128"/>
              <a:ea typeface="Yu Gothic" panose="020B0400000000000000" pitchFamily="34" charset="-128"/>
            </a:rPr>
            <a:t>各ユーザーのトピック関心度</a:t>
          </a:r>
          <a:r>
            <a:rPr kumimoji="1" lang="ja-JP" altLang="en-US" sz="1800" kern="1200">
              <a:solidFill>
                <a:schemeClr val="tx1"/>
              </a:solidFill>
              <a:latin typeface="Yu Gothic" panose="020B0400000000000000" pitchFamily="34" charset="-128"/>
              <a:ea typeface="Yu Gothic" panose="020B0400000000000000" pitchFamily="34" charset="-128"/>
            </a:rPr>
            <a:t>：</a:t>
          </a:r>
          <a:r>
            <a:rPr kumimoji="1" lang="en-US" altLang="ja-JP" sz="1800" kern="1200" dirty="0" err="1">
              <a:solidFill>
                <a:schemeClr val="tx1"/>
              </a:solidFill>
              <a:latin typeface="Yu Gothic" panose="020B0400000000000000" pitchFamily="34" charset="-128"/>
              <a:ea typeface="Yu Gothic" panose="020B0400000000000000" pitchFamily="34" charset="-128"/>
            </a:rPr>
            <a:t>accounts_usertopicscore</a:t>
          </a:r>
          <a:endParaRPr kumimoji="1" lang="ja-JP" altLang="en-US" sz="1800" kern="1200">
            <a:solidFill>
              <a:schemeClr val="tx1"/>
            </a:solidFill>
            <a:latin typeface="Yu Gothic" panose="020B0400000000000000" pitchFamily="34" charset="-128"/>
            <a:ea typeface="Yu Gothic" panose="020B0400000000000000" pitchFamily="34" charset="-128"/>
          </a:endParaRPr>
        </a:p>
      </dsp:txBody>
      <dsp:txXfrm>
        <a:off x="7845433" y="3369304"/>
        <a:ext cx="6493136" cy="909613"/>
      </dsp:txXfrm>
    </dsp:sp>
    <dsp:sp modelId="{BF75C738-3FC7-0843-96AF-7577CD6A3E0B}">
      <dsp:nvSpPr>
        <dsp:cNvPr id="0" name=""/>
        <dsp:cNvSpPr/>
      </dsp:nvSpPr>
      <dsp:spPr>
        <a:xfrm rot="4072485">
          <a:off x="2880817" y="4324741"/>
          <a:ext cx="2456981" cy="26604"/>
        </a:xfrm>
        <a:custGeom>
          <a:avLst/>
          <a:gdLst/>
          <a:ahLst/>
          <a:cxnLst/>
          <a:rect l="0" t="0" r="0" b="0"/>
          <a:pathLst>
            <a:path>
              <a:moveTo>
                <a:pt x="0" y="13302"/>
              </a:moveTo>
              <a:lnTo>
                <a:pt x="2456981"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66725">
            <a:lnSpc>
              <a:spcPct val="90000"/>
            </a:lnSpc>
            <a:spcBef>
              <a:spcPct val="0"/>
            </a:spcBef>
            <a:spcAft>
              <a:spcPct val="35000"/>
            </a:spcAft>
            <a:buNone/>
          </a:pPr>
          <a:endParaRPr kumimoji="1" lang="ja-JP" altLang="en-US" sz="1050" kern="1200">
            <a:solidFill>
              <a:schemeClr val="tx1"/>
            </a:solidFill>
            <a:latin typeface="Yu Gothic" panose="020B0400000000000000" pitchFamily="34" charset="-128"/>
            <a:ea typeface="Yu Gothic" panose="020B0400000000000000" pitchFamily="34" charset="-128"/>
          </a:endParaRPr>
        </a:p>
      </dsp:txBody>
      <dsp:txXfrm>
        <a:off x="4047883" y="4276619"/>
        <a:ext cx="122849" cy="122849"/>
      </dsp:txXfrm>
    </dsp:sp>
    <dsp:sp modelId="{E7F98467-9716-5E40-941A-4617F824C246}">
      <dsp:nvSpPr>
        <dsp:cNvPr id="0" name=""/>
        <dsp:cNvSpPr/>
      </dsp:nvSpPr>
      <dsp:spPr>
        <a:xfrm>
          <a:off x="4571997" y="4992966"/>
          <a:ext cx="2167366" cy="966211"/>
        </a:xfrm>
        <a:prstGeom prst="roundRect">
          <a:avLst>
            <a:gd name="adj" fmla="val 10000"/>
          </a:avLst>
        </a:prstGeom>
        <a:solidFill>
          <a:schemeClr val="accent2">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kumimoji="1" lang="en-US" altLang="ja-JP" sz="2400" b="1" kern="1200" dirty="0">
              <a:solidFill>
                <a:schemeClr val="tx1"/>
              </a:solidFill>
              <a:latin typeface="Yu Gothic" panose="020B0400000000000000" pitchFamily="34" charset="-128"/>
              <a:ea typeface="Yu Gothic" panose="020B0400000000000000" pitchFamily="34" charset="-128"/>
            </a:rPr>
            <a:t>Django</a:t>
          </a:r>
          <a:r>
            <a:rPr kumimoji="1" lang="ja-JP" altLang="en-US" sz="2400" b="1" kern="1200">
              <a:solidFill>
                <a:schemeClr val="tx1"/>
              </a:solidFill>
              <a:latin typeface="Yu Gothic" panose="020B0400000000000000" pitchFamily="34" charset="-128"/>
              <a:ea typeface="Yu Gothic" panose="020B0400000000000000" pitchFamily="34" charset="-128"/>
            </a:rPr>
            <a:t>関連</a:t>
          </a:r>
        </a:p>
      </dsp:txBody>
      <dsp:txXfrm>
        <a:off x="4600296" y="5021265"/>
        <a:ext cx="2110768" cy="909613"/>
      </dsp:txXfrm>
    </dsp:sp>
    <dsp:sp modelId="{EC44ED9E-A6C5-6A43-BC84-664D933C823D}">
      <dsp:nvSpPr>
        <dsp:cNvPr id="0" name=""/>
        <dsp:cNvSpPr/>
      </dsp:nvSpPr>
      <dsp:spPr>
        <a:xfrm rot="20001169">
          <a:off x="6675324" y="5192360"/>
          <a:ext cx="1205849" cy="26604"/>
        </a:xfrm>
        <a:custGeom>
          <a:avLst/>
          <a:gdLst/>
          <a:ahLst/>
          <a:cxnLst/>
          <a:rect l="0" t="0" r="0" b="0"/>
          <a:pathLst>
            <a:path>
              <a:moveTo>
                <a:pt x="0" y="13302"/>
              </a:moveTo>
              <a:lnTo>
                <a:pt x="1205849"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48103" y="5175517"/>
        <a:ext cx="60292" cy="60292"/>
      </dsp:txXfrm>
    </dsp:sp>
    <dsp:sp modelId="{BAC065D8-5620-5C4E-9BA5-6E1A9191D5B3}">
      <dsp:nvSpPr>
        <dsp:cNvPr id="0" name=""/>
        <dsp:cNvSpPr/>
      </dsp:nvSpPr>
      <dsp:spPr>
        <a:xfrm>
          <a:off x="7817134" y="4452148"/>
          <a:ext cx="6549734" cy="966211"/>
        </a:xfrm>
        <a:prstGeom prst="roundRect">
          <a:avLst>
            <a:gd name="adj" fmla="val 10000"/>
          </a:avLst>
        </a:prstGeom>
        <a:solidFill>
          <a:schemeClr val="accent2">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kumimoji="1" lang="ja-JP" altLang="en-US" sz="1800" b="1" kern="1200">
              <a:solidFill>
                <a:schemeClr val="tx1"/>
              </a:solidFill>
              <a:latin typeface="Yu Gothic" panose="020B0400000000000000" pitchFamily="34" charset="-128"/>
              <a:ea typeface="Yu Gothic" panose="020B0400000000000000" pitchFamily="34" charset="-128"/>
            </a:rPr>
            <a:t>認証，権限管理</a:t>
          </a:r>
          <a:r>
            <a:rPr kumimoji="1" lang="ja-JP" altLang="en-US" sz="1800" kern="1200">
              <a:solidFill>
                <a:schemeClr val="tx1"/>
              </a:solidFill>
              <a:latin typeface="Yu Gothic" panose="020B0400000000000000" pitchFamily="34" charset="-128"/>
              <a:ea typeface="Yu Gothic" panose="020B0400000000000000" pitchFamily="34" charset="-128"/>
            </a:rPr>
            <a:t>：</a:t>
          </a:r>
          <a:r>
            <a:rPr kumimoji="1" lang="en-US" altLang="ja-JP" sz="1800" kern="1200" dirty="0">
              <a:solidFill>
                <a:schemeClr val="tx1"/>
              </a:solidFill>
              <a:latin typeface="Yu Gothic" panose="020B0400000000000000" pitchFamily="34" charset="-128"/>
              <a:ea typeface="Yu Gothic" panose="020B0400000000000000" pitchFamily="34" charset="-128"/>
            </a:rPr>
            <a:t>auth_*</a:t>
          </a:r>
          <a:endParaRPr kumimoji="1" lang="ja-JP" altLang="en-US" sz="1800" kern="1200">
            <a:solidFill>
              <a:schemeClr val="tx1"/>
            </a:solidFill>
            <a:latin typeface="Yu Gothic" panose="020B0400000000000000" pitchFamily="34" charset="-128"/>
            <a:ea typeface="Yu Gothic" panose="020B0400000000000000" pitchFamily="34" charset="-128"/>
          </a:endParaRPr>
        </a:p>
      </dsp:txBody>
      <dsp:txXfrm>
        <a:off x="7845433" y="4480447"/>
        <a:ext cx="6493136" cy="909613"/>
      </dsp:txXfrm>
    </dsp:sp>
    <dsp:sp modelId="{421AFDE4-BD06-5D4C-AC3A-C956EE6CFB3E}">
      <dsp:nvSpPr>
        <dsp:cNvPr id="0" name=""/>
        <dsp:cNvSpPr/>
      </dsp:nvSpPr>
      <dsp:spPr>
        <a:xfrm rot="1673192">
          <a:off x="6668564" y="5747932"/>
          <a:ext cx="1219368" cy="26604"/>
        </a:xfrm>
        <a:custGeom>
          <a:avLst/>
          <a:gdLst/>
          <a:ahLst/>
          <a:cxnLst/>
          <a:rect l="0" t="0" r="0" b="0"/>
          <a:pathLst>
            <a:path>
              <a:moveTo>
                <a:pt x="0" y="13302"/>
              </a:moveTo>
              <a:lnTo>
                <a:pt x="1219368" y="13302"/>
              </a:lnTo>
            </a:path>
          </a:pathLst>
        </a:custGeom>
        <a:noFill/>
        <a:ln w="25400" cap="flat" cmpd="sng" algn="ctr">
          <a:solidFill>
            <a:schemeClr val="tx1">
              <a:lumMod val="95000"/>
              <a:lumOff val="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kumimoji="1" lang="ja-JP" altLang="en-US" sz="800" kern="1200">
            <a:solidFill>
              <a:schemeClr val="tx1"/>
            </a:solidFill>
            <a:latin typeface="Yu Gothic" panose="020B0400000000000000" pitchFamily="34" charset="-128"/>
            <a:ea typeface="Yu Gothic" panose="020B0400000000000000" pitchFamily="34" charset="-128"/>
          </a:endParaRPr>
        </a:p>
      </dsp:txBody>
      <dsp:txXfrm>
        <a:off x="7247765" y="5730750"/>
        <a:ext cx="60968" cy="60968"/>
      </dsp:txXfrm>
    </dsp:sp>
    <dsp:sp modelId="{48A925F4-CCA5-BA46-83B2-19FF9FB78F9D}">
      <dsp:nvSpPr>
        <dsp:cNvPr id="0" name=""/>
        <dsp:cNvSpPr/>
      </dsp:nvSpPr>
      <dsp:spPr>
        <a:xfrm>
          <a:off x="7817134" y="5563292"/>
          <a:ext cx="6549734" cy="966211"/>
        </a:xfrm>
        <a:prstGeom prst="roundRect">
          <a:avLst>
            <a:gd name="adj" fmla="val 10000"/>
          </a:avLst>
        </a:prstGeom>
        <a:solidFill>
          <a:schemeClr val="accent2">
            <a:lumMod val="20000"/>
            <a:lumOff val="80000"/>
          </a:schemeClr>
        </a:solidFill>
        <a:ln w="25400" cap="flat" cmpd="sng" algn="ctr">
          <a:solidFill>
            <a:schemeClr val="tx1">
              <a:lumMod val="95000"/>
              <a:lumOff val="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kumimoji="1" lang="ja-JP" altLang="en-US" sz="1800" b="1" kern="1200">
              <a:solidFill>
                <a:schemeClr val="tx1"/>
              </a:solidFill>
              <a:latin typeface="Yu Gothic" panose="020B0400000000000000" pitchFamily="34" charset="-128"/>
              <a:ea typeface="Yu Gothic" panose="020B0400000000000000" pitchFamily="34" charset="-128"/>
            </a:rPr>
            <a:t>フレームワーク管理</a:t>
          </a:r>
          <a:r>
            <a:rPr kumimoji="1" lang="ja-JP" altLang="en-US" sz="1800" kern="1200">
              <a:solidFill>
                <a:schemeClr val="tx1"/>
              </a:solidFill>
              <a:latin typeface="Yu Gothic" panose="020B0400000000000000" pitchFamily="34" charset="-128"/>
              <a:ea typeface="Yu Gothic" panose="020B0400000000000000" pitchFamily="34" charset="-128"/>
            </a:rPr>
            <a:t>：</a:t>
          </a:r>
          <a:r>
            <a:rPr kumimoji="1" lang="en-US" altLang="ja-JP" sz="1800" kern="1200" dirty="0" err="1">
              <a:solidFill>
                <a:schemeClr val="tx1"/>
              </a:solidFill>
              <a:latin typeface="Yu Gothic" panose="020B0400000000000000" pitchFamily="34" charset="-128"/>
              <a:ea typeface="Yu Gothic" panose="020B0400000000000000" pitchFamily="34" charset="-128"/>
            </a:rPr>
            <a:t>django</a:t>
          </a:r>
          <a:r>
            <a:rPr kumimoji="1" lang="en-US" altLang="ja-JP" sz="1800" kern="1200" dirty="0">
              <a:solidFill>
                <a:schemeClr val="tx1"/>
              </a:solidFill>
              <a:latin typeface="Yu Gothic" panose="020B0400000000000000" pitchFamily="34" charset="-128"/>
              <a:ea typeface="Yu Gothic" panose="020B0400000000000000" pitchFamily="34" charset="-128"/>
            </a:rPr>
            <a:t>_*</a:t>
          </a:r>
          <a:endParaRPr kumimoji="1" lang="ja-JP" altLang="en-US" sz="1800" kern="1200">
            <a:solidFill>
              <a:schemeClr val="tx1"/>
            </a:solidFill>
            <a:latin typeface="Yu Gothic" panose="020B0400000000000000" pitchFamily="34" charset="-128"/>
            <a:ea typeface="Yu Gothic" panose="020B0400000000000000" pitchFamily="34" charset="-128"/>
          </a:endParaRPr>
        </a:p>
      </dsp:txBody>
      <dsp:txXfrm>
        <a:off x="7845433" y="5591591"/>
        <a:ext cx="6493136" cy="90961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15D7B3-D8F9-DB42-9752-C640A49B89F2}" type="datetimeFigureOut">
              <a:rPr kumimoji="1" lang="ja-JP" altLang="en-US" smtClean="0"/>
              <a:t>2025/11/19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3E85BE-9FAD-764D-B84A-7C70829A20A9}" type="slidenum">
              <a:rPr kumimoji="1" lang="ja-JP" altLang="en-US" smtClean="0"/>
              <a:t>‹#›</a:t>
            </a:fld>
            <a:endParaRPr kumimoji="1" lang="ja-JP" altLang="en-US"/>
          </a:p>
        </p:txBody>
      </p:sp>
    </p:spTree>
    <p:extLst>
      <p:ext uri="{BB962C8B-B14F-4D97-AF65-F5344CB8AC3E}">
        <p14:creationId xmlns:p14="http://schemas.microsoft.com/office/powerpoint/2010/main" val="16219586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B0528-F736-36EF-97B7-A9EDEBC10E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FF8D68-25AD-D7B0-437C-3D5B62B5972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DC6F48-CBE3-05AB-D506-97EA278B1E1C}"/>
              </a:ext>
            </a:extLst>
          </p:cNvPr>
          <p:cNvSpPr>
            <a:spLocks noGrp="1"/>
          </p:cNvSpPr>
          <p:nvPr>
            <p:ph type="body" idx="1"/>
          </p:nvPr>
        </p:nvSpPr>
        <p:spPr/>
        <p:txBody>
          <a:bodyPr/>
          <a:lstStyle/>
          <a:p>
            <a:r>
              <a:rPr kumimoji="1" lang="ja-JP" altLang="en-US"/>
              <a:t>　ユーザーのアクションでどこまで流れるのかを明記</a:t>
            </a:r>
          </a:p>
        </p:txBody>
      </p:sp>
      <p:sp>
        <p:nvSpPr>
          <p:cNvPr id="4" name="スライド番号プレースホルダー 3">
            <a:extLst>
              <a:ext uri="{FF2B5EF4-FFF2-40B4-BE49-F238E27FC236}">
                <a16:creationId xmlns:a16="http://schemas.microsoft.com/office/drawing/2014/main" id="{37CDFCE0-D4C3-5EC8-8EF5-964963675E7E}"/>
              </a:ext>
            </a:extLst>
          </p:cNvPr>
          <p:cNvSpPr>
            <a:spLocks noGrp="1"/>
          </p:cNvSpPr>
          <p:nvPr>
            <p:ph type="sldNum" sz="quarter" idx="5"/>
          </p:nvPr>
        </p:nvSpPr>
        <p:spPr/>
        <p:txBody>
          <a:bodyPr/>
          <a:lstStyle/>
          <a:p>
            <a:fld id="{423E85BE-9FAD-764D-B84A-7C70829A20A9}" type="slidenum">
              <a:rPr kumimoji="1" lang="ja-JP" altLang="en-US" smtClean="0"/>
              <a:t>2</a:t>
            </a:fld>
            <a:endParaRPr kumimoji="1" lang="ja-JP" altLang="en-US"/>
          </a:p>
        </p:txBody>
      </p:sp>
    </p:spTree>
    <p:extLst>
      <p:ext uri="{BB962C8B-B14F-4D97-AF65-F5344CB8AC3E}">
        <p14:creationId xmlns:p14="http://schemas.microsoft.com/office/powerpoint/2010/main" val="294082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B528-0C0E-19A9-247B-67F8EBE45A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1AB8EE-F25D-18FF-F594-391FEC1291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6BFACF-3DC3-1E87-0233-25D61A604020}"/>
              </a:ext>
            </a:extLst>
          </p:cNvPr>
          <p:cNvSpPr>
            <a:spLocks noGrp="1"/>
          </p:cNvSpPr>
          <p:nvPr>
            <p:ph type="body" idx="1"/>
          </p:nvPr>
        </p:nvSpPr>
        <p:spPr/>
        <p:txBody>
          <a:bodyPr/>
          <a:lstStyle/>
          <a:p>
            <a:r>
              <a:rPr kumimoji="1" lang="ja-JP" altLang="en-US"/>
              <a:t>　</a:t>
            </a:r>
          </a:p>
        </p:txBody>
      </p:sp>
      <p:sp>
        <p:nvSpPr>
          <p:cNvPr id="4" name="スライド番号プレースホルダー 3">
            <a:extLst>
              <a:ext uri="{FF2B5EF4-FFF2-40B4-BE49-F238E27FC236}">
                <a16:creationId xmlns:a16="http://schemas.microsoft.com/office/drawing/2014/main" id="{89988CCE-C804-BD7F-2598-7FDD57DB5FC1}"/>
              </a:ext>
            </a:extLst>
          </p:cNvPr>
          <p:cNvSpPr>
            <a:spLocks noGrp="1"/>
          </p:cNvSpPr>
          <p:nvPr>
            <p:ph type="sldNum" sz="quarter" idx="5"/>
          </p:nvPr>
        </p:nvSpPr>
        <p:spPr/>
        <p:txBody>
          <a:bodyPr/>
          <a:lstStyle/>
          <a:p>
            <a:fld id="{423E85BE-9FAD-764D-B84A-7C70829A20A9}" type="slidenum">
              <a:rPr kumimoji="1" lang="ja-JP" altLang="en-US" smtClean="0"/>
              <a:t>3</a:t>
            </a:fld>
            <a:endParaRPr kumimoji="1" lang="ja-JP" altLang="en-US"/>
          </a:p>
        </p:txBody>
      </p:sp>
    </p:spTree>
    <p:extLst>
      <p:ext uri="{BB962C8B-B14F-4D97-AF65-F5344CB8AC3E}">
        <p14:creationId xmlns:p14="http://schemas.microsoft.com/office/powerpoint/2010/main" val="123121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EB85-0420-06C3-67FC-CD5C24FB4F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D6D15C-C657-462C-FC3B-A3E26BDDC2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7E0B01A-60F2-B6D5-B41E-FE5D0ED4A3C5}"/>
              </a:ext>
            </a:extLst>
          </p:cNvPr>
          <p:cNvSpPr>
            <a:spLocks noGrp="1"/>
          </p:cNvSpPr>
          <p:nvPr>
            <p:ph type="body" idx="1"/>
          </p:nvPr>
        </p:nvSpPr>
        <p:spPr/>
        <p:txBody>
          <a:bodyPr/>
          <a:lstStyle/>
          <a:p>
            <a:r>
              <a:rPr kumimoji="1" lang="ja-JP" altLang="en-US"/>
              <a:t>　</a:t>
            </a:r>
          </a:p>
        </p:txBody>
      </p:sp>
      <p:sp>
        <p:nvSpPr>
          <p:cNvPr id="4" name="スライド番号プレースホルダー 3">
            <a:extLst>
              <a:ext uri="{FF2B5EF4-FFF2-40B4-BE49-F238E27FC236}">
                <a16:creationId xmlns:a16="http://schemas.microsoft.com/office/drawing/2014/main" id="{AE452A1D-35CA-4AD3-551A-163E0582465E}"/>
              </a:ext>
            </a:extLst>
          </p:cNvPr>
          <p:cNvSpPr>
            <a:spLocks noGrp="1"/>
          </p:cNvSpPr>
          <p:nvPr>
            <p:ph type="sldNum" sz="quarter" idx="5"/>
          </p:nvPr>
        </p:nvSpPr>
        <p:spPr/>
        <p:txBody>
          <a:bodyPr/>
          <a:lstStyle/>
          <a:p>
            <a:fld id="{423E85BE-9FAD-764D-B84A-7C70829A20A9}" type="slidenum">
              <a:rPr kumimoji="1" lang="ja-JP" altLang="en-US" smtClean="0"/>
              <a:t>4</a:t>
            </a:fld>
            <a:endParaRPr kumimoji="1" lang="ja-JP" altLang="en-US"/>
          </a:p>
        </p:txBody>
      </p:sp>
    </p:spTree>
    <p:extLst>
      <p:ext uri="{BB962C8B-B14F-4D97-AF65-F5344CB8AC3E}">
        <p14:creationId xmlns:p14="http://schemas.microsoft.com/office/powerpoint/2010/main" val="81460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55880-4982-8CDA-DE6D-9F45A6AC6B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22B172-B6B8-01DB-F702-F859825411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6B5EC7-6EF9-C1D0-1E20-8EC85D7DB9F8}"/>
              </a:ext>
            </a:extLst>
          </p:cNvPr>
          <p:cNvSpPr>
            <a:spLocks noGrp="1"/>
          </p:cNvSpPr>
          <p:nvPr>
            <p:ph type="body" idx="1"/>
          </p:nvPr>
        </p:nvSpPr>
        <p:spPr/>
        <p:txBody>
          <a:bodyPr/>
          <a:lstStyle/>
          <a:p>
            <a:endParaRPr lang="en-US" altLang="ja-JP" b="1" dirty="0">
              <a:effectLst/>
            </a:endParaRPr>
          </a:p>
          <a:p>
            <a:r>
              <a:rPr lang="ja-JP" altLang="en-US" b="1">
                <a:effectLst/>
              </a:rPr>
              <a:t>＝＝＝＝＝</a:t>
            </a:r>
            <a:br>
              <a:rPr lang="en-US" altLang="ja-JP" b="1" dirty="0">
                <a:effectLst/>
              </a:rPr>
            </a:br>
            <a:r>
              <a:rPr lang="ja-JP" altLang="en-US" b="1">
                <a:effectLst/>
              </a:rPr>
              <a:t>🎯 グループ権限（</a:t>
            </a:r>
            <a:r>
              <a:rPr lang="en-US" altLang="ja-JP" b="1" dirty="0" err="1">
                <a:effectLst/>
              </a:rPr>
              <a:t>accounts_user_groups</a:t>
            </a:r>
            <a:r>
              <a:rPr lang="ja-JP" altLang="en-US" b="1">
                <a:effectLst/>
              </a:rPr>
              <a:t>）</a:t>
            </a:r>
          </a:p>
          <a:p>
            <a:r>
              <a:rPr lang="ja-JP" altLang="en-US" b="1">
                <a:effectLst/>
              </a:rPr>
              <a:t>役職・立場ベース</a:t>
            </a:r>
            <a:r>
              <a:rPr lang="ja-JP" altLang="en-US">
                <a:effectLst/>
              </a:rPr>
              <a:t>の権限</a:t>
            </a:r>
          </a:p>
          <a:p>
            <a:r>
              <a:rPr lang="ja-JP" altLang="en-US">
                <a:effectLst/>
              </a:rPr>
              <a:t>複数人が同じ権限セットを持つ場合</a:t>
            </a:r>
          </a:p>
          <a:p>
            <a:r>
              <a:rPr lang="ja-JP" altLang="en-US">
                <a:effectLst/>
              </a:rPr>
              <a:t>権限変更時は</a:t>
            </a:r>
            <a:r>
              <a:rPr lang="ja-JP" altLang="en-US" b="1">
                <a:effectLst/>
              </a:rPr>
              <a:t>グループを修正するだけ</a:t>
            </a:r>
            <a:r>
              <a:rPr lang="ja-JP" altLang="en-US">
                <a:effectLst/>
              </a:rPr>
              <a:t>で全員に反映</a:t>
            </a:r>
          </a:p>
          <a:p>
            <a:r>
              <a:rPr lang="ja-JP" altLang="en-US" b="1">
                <a:effectLst/>
              </a:rPr>
              <a:t>例：</a:t>
            </a:r>
            <a:r>
              <a:rPr lang="ja-JP" altLang="en-US">
                <a:effectLst/>
              </a:rPr>
              <a:t>管理者グループ </a:t>
            </a:r>
            <a:r>
              <a:rPr lang="en-US" altLang="ja-JP" dirty="0">
                <a:effectLst/>
              </a:rPr>
              <a:t>- </a:t>
            </a:r>
            <a:r>
              <a:rPr lang="ja-JP" altLang="en-US">
                <a:effectLst/>
              </a:rPr>
              <a:t>システム全体の管理</a:t>
            </a:r>
          </a:p>
          <a:p>
            <a:r>
              <a:rPr lang="ja-JP" altLang="en-US">
                <a:effectLst/>
              </a:rPr>
              <a:t>分析者グループ </a:t>
            </a:r>
            <a:r>
              <a:rPr lang="en-US" altLang="ja-JP" dirty="0">
                <a:effectLst/>
              </a:rPr>
              <a:t>- </a:t>
            </a:r>
            <a:r>
              <a:rPr lang="ja-JP" altLang="en-US">
                <a:effectLst/>
              </a:rPr>
              <a:t>データ分析機能のみ</a:t>
            </a:r>
          </a:p>
          <a:p>
            <a:r>
              <a:rPr lang="ja-JP" altLang="en-US">
                <a:effectLst/>
              </a:rPr>
              <a:t>一般ユーザーグループ </a:t>
            </a:r>
            <a:r>
              <a:rPr lang="en-US" altLang="ja-JP" dirty="0">
                <a:effectLst/>
              </a:rPr>
              <a:t>- </a:t>
            </a:r>
            <a:r>
              <a:rPr lang="ja-JP" altLang="en-US">
                <a:effectLst/>
              </a:rPr>
              <a:t>基本機能のみ</a:t>
            </a:r>
            <a:endParaRPr lang="en-US" altLang="ja-JP" dirty="0">
              <a:effectLst/>
            </a:endParaRPr>
          </a:p>
          <a:p>
            <a:endParaRPr lang="ja-JP" altLang="en-US">
              <a:effectLst/>
            </a:endParaRPr>
          </a:p>
          <a:p>
            <a:r>
              <a:rPr lang="ja-JP" altLang="en-US" b="1">
                <a:effectLst/>
              </a:rPr>
              <a:t>🎯 個人権限（</a:t>
            </a:r>
            <a:r>
              <a:rPr lang="en-US" altLang="ja-JP" b="1" dirty="0" err="1">
                <a:effectLst/>
              </a:rPr>
              <a:t>accounts_user_user_permissions</a:t>
            </a:r>
            <a:r>
              <a:rPr lang="ja-JP" altLang="en-US" b="1">
                <a:effectLst/>
              </a:rPr>
              <a:t>）</a:t>
            </a:r>
          </a:p>
          <a:p>
            <a:r>
              <a:rPr lang="ja-JP" altLang="en-US" b="1">
                <a:effectLst/>
              </a:rPr>
              <a:t>例外的・特別な権限</a:t>
            </a:r>
            <a:endParaRPr lang="ja-JP" altLang="en-US">
              <a:effectLst/>
            </a:endParaRPr>
          </a:p>
          <a:p>
            <a:r>
              <a:rPr lang="ja-JP" altLang="en-US">
                <a:effectLst/>
              </a:rPr>
              <a:t>その人だけに特別に付与したい場合</a:t>
            </a:r>
          </a:p>
          <a:p>
            <a:r>
              <a:rPr lang="ja-JP" altLang="en-US">
                <a:effectLst/>
              </a:rPr>
              <a:t>一時的な権限付与</a:t>
            </a:r>
          </a:p>
          <a:p>
            <a:r>
              <a:rPr lang="ja-JP" altLang="en-US" b="1">
                <a:effectLst/>
              </a:rPr>
              <a:t>例：</a:t>
            </a:r>
            <a:r>
              <a:rPr lang="ja-JP" altLang="en-US">
                <a:effectLst/>
              </a:rPr>
              <a:t>テストユーザーのみ「ベータ機能使用権限」</a:t>
            </a:r>
          </a:p>
          <a:p>
            <a:r>
              <a:rPr lang="ja-JP" altLang="en-US">
                <a:effectLst/>
              </a:rPr>
              <a:t>特定の研究者のみ「生データエクスポート権限」</a:t>
            </a:r>
          </a:p>
          <a:p>
            <a:r>
              <a:rPr lang="ja-JP" altLang="en-US">
                <a:effectLst/>
              </a:rPr>
              <a:t>期間限定で「外部連携</a:t>
            </a:r>
            <a:r>
              <a:rPr lang="en-US" altLang="ja-JP" dirty="0">
                <a:effectLst/>
              </a:rPr>
              <a:t>API</a:t>
            </a:r>
            <a:r>
              <a:rPr lang="ja-JP" altLang="en-US">
                <a:effectLst/>
              </a:rPr>
              <a:t>使用権限」</a:t>
            </a:r>
          </a:p>
        </p:txBody>
      </p:sp>
      <p:sp>
        <p:nvSpPr>
          <p:cNvPr id="4" name="スライド番号プレースホルダー 3">
            <a:extLst>
              <a:ext uri="{FF2B5EF4-FFF2-40B4-BE49-F238E27FC236}">
                <a16:creationId xmlns:a16="http://schemas.microsoft.com/office/drawing/2014/main" id="{EC2FC1C1-9E7A-B1A9-9BD3-7617CFBAAA25}"/>
              </a:ext>
            </a:extLst>
          </p:cNvPr>
          <p:cNvSpPr>
            <a:spLocks noGrp="1"/>
          </p:cNvSpPr>
          <p:nvPr>
            <p:ph type="sldNum" sz="quarter" idx="5"/>
          </p:nvPr>
        </p:nvSpPr>
        <p:spPr/>
        <p:txBody>
          <a:bodyPr/>
          <a:lstStyle/>
          <a:p>
            <a:fld id="{423E85BE-9FAD-764D-B84A-7C70829A20A9}" type="slidenum">
              <a:rPr kumimoji="1" lang="ja-JP" altLang="en-US" smtClean="0"/>
              <a:t>5</a:t>
            </a:fld>
            <a:endParaRPr kumimoji="1" lang="ja-JP" altLang="en-US"/>
          </a:p>
        </p:txBody>
      </p:sp>
    </p:spTree>
    <p:extLst>
      <p:ext uri="{BB962C8B-B14F-4D97-AF65-F5344CB8AC3E}">
        <p14:creationId xmlns:p14="http://schemas.microsoft.com/office/powerpoint/2010/main" val="2244709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8D6C6-F9F5-BDDB-A707-FEC9503E82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29B449-8A91-54A1-C2FB-1E9B4A403E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ADA29A-424E-D59B-CBE1-0C3C406621B3}"/>
              </a:ext>
            </a:extLst>
          </p:cNvPr>
          <p:cNvSpPr>
            <a:spLocks noGrp="1"/>
          </p:cNvSpPr>
          <p:nvPr>
            <p:ph type="body" idx="1"/>
          </p:nvPr>
        </p:nvSpPr>
        <p:spPr/>
        <p:txBody>
          <a:bodyPr/>
          <a:lstStyle/>
          <a:p>
            <a:endParaRPr lang="en-US" altLang="ja-JP" b="1" dirty="0">
              <a:effectLst/>
            </a:endParaRPr>
          </a:p>
          <a:p>
            <a:r>
              <a:rPr lang="ja-JP" altLang="en-US" b="1">
                <a:effectLst/>
              </a:rPr>
              <a:t>＝＝＝＝＝</a:t>
            </a:r>
            <a:br>
              <a:rPr lang="en-US" altLang="ja-JP" b="1" dirty="0">
                <a:effectLst/>
              </a:rPr>
            </a:br>
            <a:r>
              <a:rPr lang="ja-JP" altLang="en-US" b="1">
                <a:effectLst/>
              </a:rPr>
              <a:t>🎯 グループ権限（</a:t>
            </a:r>
            <a:r>
              <a:rPr lang="en-US" altLang="ja-JP" b="1" dirty="0" err="1">
                <a:effectLst/>
              </a:rPr>
              <a:t>accounts_user_groups</a:t>
            </a:r>
            <a:r>
              <a:rPr lang="ja-JP" altLang="en-US" b="1">
                <a:effectLst/>
              </a:rPr>
              <a:t>）</a:t>
            </a:r>
          </a:p>
          <a:p>
            <a:r>
              <a:rPr lang="ja-JP" altLang="en-US" b="1">
                <a:effectLst/>
              </a:rPr>
              <a:t>役職・立場ベース</a:t>
            </a:r>
            <a:r>
              <a:rPr lang="ja-JP" altLang="en-US">
                <a:effectLst/>
              </a:rPr>
              <a:t>の権限</a:t>
            </a:r>
          </a:p>
          <a:p>
            <a:r>
              <a:rPr lang="ja-JP" altLang="en-US">
                <a:effectLst/>
              </a:rPr>
              <a:t>複数人が同じ権限セットを持つ場合</a:t>
            </a:r>
          </a:p>
          <a:p>
            <a:r>
              <a:rPr lang="ja-JP" altLang="en-US">
                <a:effectLst/>
              </a:rPr>
              <a:t>権限変更時は</a:t>
            </a:r>
            <a:r>
              <a:rPr lang="ja-JP" altLang="en-US" b="1">
                <a:effectLst/>
              </a:rPr>
              <a:t>グループを修正するだけ</a:t>
            </a:r>
            <a:r>
              <a:rPr lang="ja-JP" altLang="en-US">
                <a:effectLst/>
              </a:rPr>
              <a:t>で全員に反映</a:t>
            </a:r>
          </a:p>
          <a:p>
            <a:r>
              <a:rPr lang="ja-JP" altLang="en-US" b="1">
                <a:effectLst/>
              </a:rPr>
              <a:t>例：</a:t>
            </a:r>
            <a:r>
              <a:rPr lang="ja-JP" altLang="en-US">
                <a:effectLst/>
              </a:rPr>
              <a:t>管理者グループ </a:t>
            </a:r>
            <a:r>
              <a:rPr lang="en-US" altLang="ja-JP" dirty="0">
                <a:effectLst/>
              </a:rPr>
              <a:t>- </a:t>
            </a:r>
            <a:r>
              <a:rPr lang="ja-JP" altLang="en-US">
                <a:effectLst/>
              </a:rPr>
              <a:t>システム全体の管理</a:t>
            </a:r>
          </a:p>
          <a:p>
            <a:r>
              <a:rPr lang="ja-JP" altLang="en-US">
                <a:effectLst/>
              </a:rPr>
              <a:t>分析者グループ </a:t>
            </a:r>
            <a:r>
              <a:rPr lang="en-US" altLang="ja-JP" dirty="0">
                <a:effectLst/>
              </a:rPr>
              <a:t>- </a:t>
            </a:r>
            <a:r>
              <a:rPr lang="ja-JP" altLang="en-US">
                <a:effectLst/>
              </a:rPr>
              <a:t>データ分析機能のみ</a:t>
            </a:r>
          </a:p>
          <a:p>
            <a:r>
              <a:rPr lang="ja-JP" altLang="en-US">
                <a:effectLst/>
              </a:rPr>
              <a:t>一般ユーザーグループ </a:t>
            </a:r>
            <a:r>
              <a:rPr lang="en-US" altLang="ja-JP" dirty="0">
                <a:effectLst/>
              </a:rPr>
              <a:t>- </a:t>
            </a:r>
            <a:r>
              <a:rPr lang="ja-JP" altLang="en-US">
                <a:effectLst/>
              </a:rPr>
              <a:t>基本機能のみ</a:t>
            </a:r>
            <a:endParaRPr lang="en-US" altLang="ja-JP" dirty="0">
              <a:effectLst/>
            </a:endParaRPr>
          </a:p>
          <a:p>
            <a:endParaRPr lang="ja-JP" altLang="en-US">
              <a:effectLst/>
            </a:endParaRPr>
          </a:p>
          <a:p>
            <a:r>
              <a:rPr lang="ja-JP" altLang="en-US" b="1">
                <a:effectLst/>
              </a:rPr>
              <a:t>🎯 個人権限（</a:t>
            </a:r>
            <a:r>
              <a:rPr lang="en-US" altLang="ja-JP" b="1" dirty="0" err="1">
                <a:effectLst/>
              </a:rPr>
              <a:t>accounts_user_user_permissions</a:t>
            </a:r>
            <a:r>
              <a:rPr lang="ja-JP" altLang="en-US" b="1">
                <a:effectLst/>
              </a:rPr>
              <a:t>）</a:t>
            </a:r>
          </a:p>
          <a:p>
            <a:r>
              <a:rPr lang="ja-JP" altLang="en-US" b="1">
                <a:effectLst/>
              </a:rPr>
              <a:t>例外的・特別な権限</a:t>
            </a:r>
            <a:endParaRPr lang="ja-JP" altLang="en-US">
              <a:effectLst/>
            </a:endParaRPr>
          </a:p>
          <a:p>
            <a:r>
              <a:rPr lang="ja-JP" altLang="en-US">
                <a:effectLst/>
              </a:rPr>
              <a:t>その人だけに特別に付与したい場合</a:t>
            </a:r>
          </a:p>
          <a:p>
            <a:r>
              <a:rPr lang="ja-JP" altLang="en-US">
                <a:effectLst/>
              </a:rPr>
              <a:t>一時的な権限付与</a:t>
            </a:r>
          </a:p>
          <a:p>
            <a:r>
              <a:rPr lang="ja-JP" altLang="en-US" b="1">
                <a:effectLst/>
              </a:rPr>
              <a:t>例：</a:t>
            </a:r>
            <a:r>
              <a:rPr lang="ja-JP" altLang="en-US">
                <a:effectLst/>
              </a:rPr>
              <a:t>テストユーザーのみ「ベータ機能使用権限」</a:t>
            </a:r>
          </a:p>
          <a:p>
            <a:r>
              <a:rPr lang="ja-JP" altLang="en-US">
                <a:effectLst/>
              </a:rPr>
              <a:t>特定の研究者のみ「生データエクスポート権限」</a:t>
            </a:r>
          </a:p>
          <a:p>
            <a:r>
              <a:rPr lang="ja-JP" altLang="en-US">
                <a:effectLst/>
              </a:rPr>
              <a:t>期間限定で「外部連携</a:t>
            </a:r>
            <a:r>
              <a:rPr lang="en-US" altLang="ja-JP" dirty="0">
                <a:effectLst/>
              </a:rPr>
              <a:t>API</a:t>
            </a:r>
            <a:r>
              <a:rPr lang="ja-JP" altLang="en-US">
                <a:effectLst/>
              </a:rPr>
              <a:t>使用権限」</a:t>
            </a:r>
          </a:p>
        </p:txBody>
      </p:sp>
      <p:sp>
        <p:nvSpPr>
          <p:cNvPr id="4" name="スライド番号プレースホルダー 3">
            <a:extLst>
              <a:ext uri="{FF2B5EF4-FFF2-40B4-BE49-F238E27FC236}">
                <a16:creationId xmlns:a16="http://schemas.microsoft.com/office/drawing/2014/main" id="{BCE5C9BF-775B-6E7A-8E8B-5A80B13824B3}"/>
              </a:ext>
            </a:extLst>
          </p:cNvPr>
          <p:cNvSpPr>
            <a:spLocks noGrp="1"/>
          </p:cNvSpPr>
          <p:nvPr>
            <p:ph type="sldNum" sz="quarter" idx="5"/>
          </p:nvPr>
        </p:nvSpPr>
        <p:spPr/>
        <p:txBody>
          <a:bodyPr/>
          <a:lstStyle/>
          <a:p>
            <a:fld id="{423E85BE-9FAD-764D-B84A-7C70829A20A9}" type="slidenum">
              <a:rPr kumimoji="1" lang="ja-JP" altLang="en-US" smtClean="0"/>
              <a:t>6</a:t>
            </a:fld>
            <a:endParaRPr kumimoji="1" lang="ja-JP" altLang="en-US"/>
          </a:p>
        </p:txBody>
      </p:sp>
    </p:spTree>
    <p:extLst>
      <p:ext uri="{BB962C8B-B14F-4D97-AF65-F5344CB8AC3E}">
        <p14:creationId xmlns:p14="http://schemas.microsoft.com/office/powerpoint/2010/main" val="274708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145C-43A4-9D26-0039-F1EF257BE1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502915-A57E-3198-3D84-2015C2788B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64ECB0-51B2-76D8-481C-69C6EBC94EF7}"/>
              </a:ext>
            </a:extLst>
          </p:cNvPr>
          <p:cNvSpPr>
            <a:spLocks noGrp="1"/>
          </p:cNvSpPr>
          <p:nvPr>
            <p:ph type="body" idx="1"/>
          </p:nvPr>
        </p:nvSpPr>
        <p:spPr/>
        <p:txBody>
          <a:bodyPr/>
          <a:lstStyle/>
          <a:p>
            <a:endParaRPr lang="en-US" altLang="ja-JP" b="1" dirty="0">
              <a:effectLst/>
            </a:endParaRPr>
          </a:p>
          <a:p>
            <a:r>
              <a:rPr lang="ja-JP" altLang="en-US" b="1">
                <a:effectLst/>
              </a:rPr>
              <a:t>＝＝＝＝＝</a:t>
            </a:r>
            <a:br>
              <a:rPr lang="en-US" altLang="ja-JP" b="1" dirty="0">
                <a:effectLst/>
              </a:rPr>
            </a:br>
            <a:r>
              <a:rPr lang="ja-JP" altLang="en-US" b="1">
                <a:effectLst/>
              </a:rPr>
              <a:t>🎯 グループ権限（</a:t>
            </a:r>
            <a:r>
              <a:rPr lang="en-US" altLang="ja-JP" b="1" dirty="0" err="1">
                <a:effectLst/>
              </a:rPr>
              <a:t>accounts_user_groups</a:t>
            </a:r>
            <a:r>
              <a:rPr lang="ja-JP" altLang="en-US" b="1">
                <a:effectLst/>
              </a:rPr>
              <a:t>）</a:t>
            </a:r>
          </a:p>
          <a:p>
            <a:r>
              <a:rPr lang="ja-JP" altLang="en-US" b="1">
                <a:effectLst/>
              </a:rPr>
              <a:t>役職・立場ベース</a:t>
            </a:r>
            <a:r>
              <a:rPr lang="ja-JP" altLang="en-US">
                <a:effectLst/>
              </a:rPr>
              <a:t>の権限</a:t>
            </a:r>
          </a:p>
          <a:p>
            <a:r>
              <a:rPr lang="ja-JP" altLang="en-US">
                <a:effectLst/>
              </a:rPr>
              <a:t>複数人が同じ権限セットを持つ場合</a:t>
            </a:r>
          </a:p>
          <a:p>
            <a:r>
              <a:rPr lang="ja-JP" altLang="en-US">
                <a:effectLst/>
              </a:rPr>
              <a:t>権限変更時は</a:t>
            </a:r>
            <a:r>
              <a:rPr lang="ja-JP" altLang="en-US" b="1">
                <a:effectLst/>
              </a:rPr>
              <a:t>グループを修正するだけ</a:t>
            </a:r>
            <a:r>
              <a:rPr lang="ja-JP" altLang="en-US">
                <a:effectLst/>
              </a:rPr>
              <a:t>で全員に反映</a:t>
            </a:r>
          </a:p>
          <a:p>
            <a:r>
              <a:rPr lang="ja-JP" altLang="en-US" b="1">
                <a:effectLst/>
              </a:rPr>
              <a:t>例：</a:t>
            </a:r>
            <a:r>
              <a:rPr lang="ja-JP" altLang="en-US">
                <a:effectLst/>
              </a:rPr>
              <a:t>管理者グループ </a:t>
            </a:r>
            <a:r>
              <a:rPr lang="en-US" altLang="ja-JP" dirty="0">
                <a:effectLst/>
              </a:rPr>
              <a:t>- </a:t>
            </a:r>
            <a:r>
              <a:rPr lang="ja-JP" altLang="en-US">
                <a:effectLst/>
              </a:rPr>
              <a:t>システム全体の管理</a:t>
            </a:r>
          </a:p>
          <a:p>
            <a:r>
              <a:rPr lang="ja-JP" altLang="en-US">
                <a:effectLst/>
              </a:rPr>
              <a:t>分析者グループ </a:t>
            </a:r>
            <a:r>
              <a:rPr lang="en-US" altLang="ja-JP" dirty="0">
                <a:effectLst/>
              </a:rPr>
              <a:t>- </a:t>
            </a:r>
            <a:r>
              <a:rPr lang="ja-JP" altLang="en-US">
                <a:effectLst/>
              </a:rPr>
              <a:t>データ分析機能のみ</a:t>
            </a:r>
          </a:p>
          <a:p>
            <a:r>
              <a:rPr lang="ja-JP" altLang="en-US">
                <a:effectLst/>
              </a:rPr>
              <a:t>一般ユーザーグループ </a:t>
            </a:r>
            <a:r>
              <a:rPr lang="en-US" altLang="ja-JP" dirty="0">
                <a:effectLst/>
              </a:rPr>
              <a:t>- </a:t>
            </a:r>
            <a:r>
              <a:rPr lang="ja-JP" altLang="en-US">
                <a:effectLst/>
              </a:rPr>
              <a:t>基本機能のみ</a:t>
            </a:r>
            <a:endParaRPr lang="en-US" altLang="ja-JP" dirty="0">
              <a:effectLst/>
            </a:endParaRPr>
          </a:p>
          <a:p>
            <a:endParaRPr lang="ja-JP" altLang="en-US">
              <a:effectLst/>
            </a:endParaRPr>
          </a:p>
          <a:p>
            <a:r>
              <a:rPr lang="ja-JP" altLang="en-US" b="1">
                <a:effectLst/>
              </a:rPr>
              <a:t>🎯 個人権限（</a:t>
            </a:r>
            <a:r>
              <a:rPr lang="en-US" altLang="ja-JP" b="1" dirty="0" err="1">
                <a:effectLst/>
              </a:rPr>
              <a:t>accounts_user_user_permissions</a:t>
            </a:r>
            <a:r>
              <a:rPr lang="ja-JP" altLang="en-US" b="1">
                <a:effectLst/>
              </a:rPr>
              <a:t>）</a:t>
            </a:r>
          </a:p>
          <a:p>
            <a:r>
              <a:rPr lang="ja-JP" altLang="en-US" b="1">
                <a:effectLst/>
              </a:rPr>
              <a:t>例外的・特別な権限</a:t>
            </a:r>
            <a:endParaRPr lang="ja-JP" altLang="en-US">
              <a:effectLst/>
            </a:endParaRPr>
          </a:p>
          <a:p>
            <a:r>
              <a:rPr lang="ja-JP" altLang="en-US">
                <a:effectLst/>
              </a:rPr>
              <a:t>その人だけに特別に付与したい場合</a:t>
            </a:r>
          </a:p>
          <a:p>
            <a:r>
              <a:rPr lang="ja-JP" altLang="en-US">
                <a:effectLst/>
              </a:rPr>
              <a:t>一時的な権限付与</a:t>
            </a:r>
          </a:p>
          <a:p>
            <a:r>
              <a:rPr lang="ja-JP" altLang="en-US" b="1">
                <a:effectLst/>
              </a:rPr>
              <a:t>例：</a:t>
            </a:r>
            <a:r>
              <a:rPr lang="ja-JP" altLang="en-US">
                <a:effectLst/>
              </a:rPr>
              <a:t>テストユーザーのみ「ベータ機能使用権限」</a:t>
            </a:r>
          </a:p>
          <a:p>
            <a:r>
              <a:rPr lang="ja-JP" altLang="en-US">
                <a:effectLst/>
              </a:rPr>
              <a:t>特定の研究者のみ「生データエクスポート権限」</a:t>
            </a:r>
          </a:p>
          <a:p>
            <a:r>
              <a:rPr lang="ja-JP" altLang="en-US">
                <a:effectLst/>
              </a:rPr>
              <a:t>期間限定で「外部連携</a:t>
            </a:r>
            <a:r>
              <a:rPr lang="en-US" altLang="ja-JP" dirty="0">
                <a:effectLst/>
              </a:rPr>
              <a:t>API</a:t>
            </a:r>
            <a:r>
              <a:rPr lang="ja-JP" altLang="en-US">
                <a:effectLst/>
              </a:rPr>
              <a:t>使用権限」</a:t>
            </a:r>
          </a:p>
        </p:txBody>
      </p:sp>
      <p:sp>
        <p:nvSpPr>
          <p:cNvPr id="4" name="スライド番号プレースホルダー 3">
            <a:extLst>
              <a:ext uri="{FF2B5EF4-FFF2-40B4-BE49-F238E27FC236}">
                <a16:creationId xmlns:a16="http://schemas.microsoft.com/office/drawing/2014/main" id="{2B497FAA-8AD4-77D5-2E9C-133FAB1E1445}"/>
              </a:ext>
            </a:extLst>
          </p:cNvPr>
          <p:cNvSpPr>
            <a:spLocks noGrp="1"/>
          </p:cNvSpPr>
          <p:nvPr>
            <p:ph type="sldNum" sz="quarter" idx="5"/>
          </p:nvPr>
        </p:nvSpPr>
        <p:spPr/>
        <p:txBody>
          <a:bodyPr/>
          <a:lstStyle/>
          <a:p>
            <a:fld id="{423E85BE-9FAD-764D-B84A-7C70829A20A9}" type="slidenum">
              <a:rPr kumimoji="1" lang="ja-JP" altLang="en-US" smtClean="0"/>
              <a:t>7</a:t>
            </a:fld>
            <a:endParaRPr kumimoji="1" lang="ja-JP" altLang="en-US"/>
          </a:p>
        </p:txBody>
      </p:sp>
    </p:spTree>
    <p:extLst>
      <p:ext uri="{BB962C8B-B14F-4D97-AF65-F5344CB8AC3E}">
        <p14:creationId xmlns:p14="http://schemas.microsoft.com/office/powerpoint/2010/main" val="260136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41859-1657-8684-47D6-5B66C754DB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7B6F17-11BC-6BD4-157D-B74035ED82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781127-DB61-59D0-6C1F-679D966F0441}"/>
              </a:ext>
            </a:extLst>
          </p:cNvPr>
          <p:cNvSpPr>
            <a:spLocks noGrp="1"/>
          </p:cNvSpPr>
          <p:nvPr>
            <p:ph type="body" idx="1"/>
          </p:nvPr>
        </p:nvSpPr>
        <p:spPr/>
        <p:txBody>
          <a:bodyPr/>
          <a:lstStyle/>
          <a:p>
            <a:endParaRPr lang="en-US" altLang="ja-JP" b="1" dirty="0">
              <a:effectLst/>
            </a:endParaRPr>
          </a:p>
          <a:p>
            <a:r>
              <a:rPr lang="ja-JP" altLang="en-US" b="1">
                <a:effectLst/>
              </a:rPr>
              <a:t>＝＝＝＝＝</a:t>
            </a:r>
            <a:br>
              <a:rPr lang="en-US" altLang="ja-JP" b="1" dirty="0">
                <a:effectLst/>
              </a:rPr>
            </a:br>
            <a:r>
              <a:rPr lang="ja-JP" altLang="en-US" b="1">
                <a:effectLst/>
              </a:rPr>
              <a:t>🎯 グループ権限（</a:t>
            </a:r>
            <a:r>
              <a:rPr lang="en-US" altLang="ja-JP" b="1" dirty="0" err="1">
                <a:effectLst/>
              </a:rPr>
              <a:t>accounts_user_groups</a:t>
            </a:r>
            <a:r>
              <a:rPr lang="ja-JP" altLang="en-US" b="1">
                <a:effectLst/>
              </a:rPr>
              <a:t>）</a:t>
            </a:r>
          </a:p>
          <a:p>
            <a:r>
              <a:rPr lang="ja-JP" altLang="en-US" b="1">
                <a:effectLst/>
              </a:rPr>
              <a:t>役職・立場ベース</a:t>
            </a:r>
            <a:r>
              <a:rPr lang="ja-JP" altLang="en-US">
                <a:effectLst/>
              </a:rPr>
              <a:t>の権限</a:t>
            </a:r>
          </a:p>
          <a:p>
            <a:r>
              <a:rPr lang="ja-JP" altLang="en-US">
                <a:effectLst/>
              </a:rPr>
              <a:t>複数人が同じ権限セットを持つ場合</a:t>
            </a:r>
          </a:p>
          <a:p>
            <a:r>
              <a:rPr lang="ja-JP" altLang="en-US">
                <a:effectLst/>
              </a:rPr>
              <a:t>権限変更時は</a:t>
            </a:r>
            <a:r>
              <a:rPr lang="ja-JP" altLang="en-US" b="1">
                <a:effectLst/>
              </a:rPr>
              <a:t>グループを修正するだけ</a:t>
            </a:r>
            <a:r>
              <a:rPr lang="ja-JP" altLang="en-US">
                <a:effectLst/>
              </a:rPr>
              <a:t>で全員に反映</a:t>
            </a:r>
          </a:p>
          <a:p>
            <a:r>
              <a:rPr lang="ja-JP" altLang="en-US" b="1">
                <a:effectLst/>
              </a:rPr>
              <a:t>例：</a:t>
            </a:r>
            <a:r>
              <a:rPr lang="ja-JP" altLang="en-US">
                <a:effectLst/>
              </a:rPr>
              <a:t>管理者グループ </a:t>
            </a:r>
            <a:r>
              <a:rPr lang="en-US" altLang="ja-JP" dirty="0">
                <a:effectLst/>
              </a:rPr>
              <a:t>- </a:t>
            </a:r>
            <a:r>
              <a:rPr lang="ja-JP" altLang="en-US">
                <a:effectLst/>
              </a:rPr>
              <a:t>システム全体の管理</a:t>
            </a:r>
          </a:p>
          <a:p>
            <a:r>
              <a:rPr lang="ja-JP" altLang="en-US">
                <a:effectLst/>
              </a:rPr>
              <a:t>分析者グループ </a:t>
            </a:r>
            <a:r>
              <a:rPr lang="en-US" altLang="ja-JP" dirty="0">
                <a:effectLst/>
              </a:rPr>
              <a:t>- </a:t>
            </a:r>
            <a:r>
              <a:rPr lang="ja-JP" altLang="en-US">
                <a:effectLst/>
              </a:rPr>
              <a:t>データ分析機能のみ</a:t>
            </a:r>
          </a:p>
          <a:p>
            <a:r>
              <a:rPr lang="ja-JP" altLang="en-US">
                <a:effectLst/>
              </a:rPr>
              <a:t>一般ユーザーグループ </a:t>
            </a:r>
            <a:r>
              <a:rPr lang="en-US" altLang="ja-JP" dirty="0">
                <a:effectLst/>
              </a:rPr>
              <a:t>- </a:t>
            </a:r>
            <a:r>
              <a:rPr lang="ja-JP" altLang="en-US">
                <a:effectLst/>
              </a:rPr>
              <a:t>基本機能のみ</a:t>
            </a:r>
            <a:endParaRPr lang="en-US" altLang="ja-JP" dirty="0">
              <a:effectLst/>
            </a:endParaRPr>
          </a:p>
          <a:p>
            <a:endParaRPr lang="ja-JP" altLang="en-US">
              <a:effectLst/>
            </a:endParaRPr>
          </a:p>
          <a:p>
            <a:r>
              <a:rPr lang="ja-JP" altLang="en-US" b="1">
                <a:effectLst/>
              </a:rPr>
              <a:t>🎯 個人権限（</a:t>
            </a:r>
            <a:r>
              <a:rPr lang="en-US" altLang="ja-JP" b="1" dirty="0" err="1">
                <a:effectLst/>
              </a:rPr>
              <a:t>accounts_user_user_permissions</a:t>
            </a:r>
            <a:r>
              <a:rPr lang="ja-JP" altLang="en-US" b="1">
                <a:effectLst/>
              </a:rPr>
              <a:t>）</a:t>
            </a:r>
          </a:p>
          <a:p>
            <a:r>
              <a:rPr lang="ja-JP" altLang="en-US" b="1">
                <a:effectLst/>
              </a:rPr>
              <a:t>例外的・特別な権限</a:t>
            </a:r>
            <a:endParaRPr lang="ja-JP" altLang="en-US">
              <a:effectLst/>
            </a:endParaRPr>
          </a:p>
          <a:p>
            <a:r>
              <a:rPr lang="ja-JP" altLang="en-US">
                <a:effectLst/>
              </a:rPr>
              <a:t>その人だけに特別に付与したい場合</a:t>
            </a:r>
          </a:p>
          <a:p>
            <a:r>
              <a:rPr lang="ja-JP" altLang="en-US">
                <a:effectLst/>
              </a:rPr>
              <a:t>一時的な権限付与</a:t>
            </a:r>
          </a:p>
          <a:p>
            <a:r>
              <a:rPr lang="ja-JP" altLang="en-US" b="1">
                <a:effectLst/>
              </a:rPr>
              <a:t>例：</a:t>
            </a:r>
            <a:r>
              <a:rPr lang="ja-JP" altLang="en-US">
                <a:effectLst/>
              </a:rPr>
              <a:t>テストユーザーのみ「ベータ機能使用権限」</a:t>
            </a:r>
          </a:p>
          <a:p>
            <a:r>
              <a:rPr lang="ja-JP" altLang="en-US">
                <a:effectLst/>
              </a:rPr>
              <a:t>特定の研究者のみ「生データエクスポート権限」</a:t>
            </a:r>
          </a:p>
          <a:p>
            <a:r>
              <a:rPr lang="ja-JP" altLang="en-US">
                <a:effectLst/>
              </a:rPr>
              <a:t>期間限定で「外部連携</a:t>
            </a:r>
            <a:r>
              <a:rPr lang="en-US" altLang="ja-JP" dirty="0">
                <a:effectLst/>
              </a:rPr>
              <a:t>API</a:t>
            </a:r>
            <a:r>
              <a:rPr lang="ja-JP" altLang="en-US">
                <a:effectLst/>
              </a:rPr>
              <a:t>使用権限」</a:t>
            </a:r>
          </a:p>
        </p:txBody>
      </p:sp>
      <p:sp>
        <p:nvSpPr>
          <p:cNvPr id="4" name="スライド番号プレースホルダー 3">
            <a:extLst>
              <a:ext uri="{FF2B5EF4-FFF2-40B4-BE49-F238E27FC236}">
                <a16:creationId xmlns:a16="http://schemas.microsoft.com/office/drawing/2014/main" id="{20CDC8E7-74BC-E51B-4F81-C6CFBBDFE62D}"/>
              </a:ext>
            </a:extLst>
          </p:cNvPr>
          <p:cNvSpPr>
            <a:spLocks noGrp="1"/>
          </p:cNvSpPr>
          <p:nvPr>
            <p:ph type="sldNum" sz="quarter" idx="5"/>
          </p:nvPr>
        </p:nvSpPr>
        <p:spPr/>
        <p:txBody>
          <a:bodyPr/>
          <a:lstStyle/>
          <a:p>
            <a:fld id="{423E85BE-9FAD-764D-B84A-7C70829A20A9}" type="slidenum">
              <a:rPr kumimoji="1" lang="ja-JP" altLang="en-US" smtClean="0"/>
              <a:t>8</a:t>
            </a:fld>
            <a:endParaRPr kumimoji="1" lang="ja-JP" altLang="en-US"/>
          </a:p>
        </p:txBody>
      </p:sp>
    </p:spTree>
    <p:extLst>
      <p:ext uri="{BB962C8B-B14F-4D97-AF65-F5344CB8AC3E}">
        <p14:creationId xmlns:p14="http://schemas.microsoft.com/office/powerpoint/2010/main" val="2161028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17E0C-0430-AE46-5AC5-67DDC22111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580598-1FB7-A3DA-A1F8-B2DF664766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A8E175-1BC7-E12F-7D04-CDBF951324D1}"/>
              </a:ext>
            </a:extLst>
          </p:cNvPr>
          <p:cNvSpPr>
            <a:spLocks noGrp="1"/>
          </p:cNvSpPr>
          <p:nvPr>
            <p:ph type="body" idx="1"/>
          </p:nvPr>
        </p:nvSpPr>
        <p:spPr/>
        <p:txBody>
          <a:bodyPr/>
          <a:lstStyle/>
          <a:p>
            <a:endParaRPr lang="en-US" altLang="ja-JP" b="1" dirty="0">
              <a:effectLst/>
            </a:endParaRPr>
          </a:p>
          <a:p>
            <a:r>
              <a:rPr lang="ja-JP" altLang="en-US" b="1">
                <a:effectLst/>
              </a:rPr>
              <a:t>＝＝＝＝＝</a:t>
            </a:r>
            <a:br>
              <a:rPr lang="en-US" altLang="ja-JP" b="1" dirty="0">
                <a:effectLst/>
              </a:rPr>
            </a:br>
            <a:r>
              <a:rPr lang="ja-JP" altLang="en-US" b="1">
                <a:effectLst/>
              </a:rPr>
              <a:t>🎯 グループ権限（</a:t>
            </a:r>
            <a:r>
              <a:rPr lang="en-US" altLang="ja-JP" b="1" dirty="0" err="1">
                <a:effectLst/>
              </a:rPr>
              <a:t>accounts_user_groups</a:t>
            </a:r>
            <a:r>
              <a:rPr lang="ja-JP" altLang="en-US" b="1">
                <a:effectLst/>
              </a:rPr>
              <a:t>）</a:t>
            </a:r>
          </a:p>
          <a:p>
            <a:r>
              <a:rPr lang="ja-JP" altLang="en-US" b="1">
                <a:effectLst/>
              </a:rPr>
              <a:t>役職・立場ベース</a:t>
            </a:r>
            <a:r>
              <a:rPr lang="ja-JP" altLang="en-US">
                <a:effectLst/>
              </a:rPr>
              <a:t>の権限</a:t>
            </a:r>
          </a:p>
          <a:p>
            <a:r>
              <a:rPr lang="ja-JP" altLang="en-US">
                <a:effectLst/>
              </a:rPr>
              <a:t>複数人が同じ権限セットを持つ場合</a:t>
            </a:r>
          </a:p>
          <a:p>
            <a:r>
              <a:rPr lang="ja-JP" altLang="en-US">
                <a:effectLst/>
              </a:rPr>
              <a:t>権限変更時は</a:t>
            </a:r>
            <a:r>
              <a:rPr lang="ja-JP" altLang="en-US" b="1">
                <a:effectLst/>
              </a:rPr>
              <a:t>グループを修正するだけ</a:t>
            </a:r>
            <a:r>
              <a:rPr lang="ja-JP" altLang="en-US">
                <a:effectLst/>
              </a:rPr>
              <a:t>で全員に反映</a:t>
            </a:r>
          </a:p>
          <a:p>
            <a:r>
              <a:rPr lang="ja-JP" altLang="en-US" b="1">
                <a:effectLst/>
              </a:rPr>
              <a:t>例：</a:t>
            </a:r>
            <a:r>
              <a:rPr lang="ja-JP" altLang="en-US">
                <a:effectLst/>
              </a:rPr>
              <a:t>管理者グループ </a:t>
            </a:r>
            <a:r>
              <a:rPr lang="en-US" altLang="ja-JP" dirty="0">
                <a:effectLst/>
              </a:rPr>
              <a:t>- </a:t>
            </a:r>
            <a:r>
              <a:rPr lang="ja-JP" altLang="en-US">
                <a:effectLst/>
              </a:rPr>
              <a:t>システム全体の管理</a:t>
            </a:r>
          </a:p>
          <a:p>
            <a:r>
              <a:rPr lang="ja-JP" altLang="en-US">
                <a:effectLst/>
              </a:rPr>
              <a:t>分析者グループ </a:t>
            </a:r>
            <a:r>
              <a:rPr lang="en-US" altLang="ja-JP" dirty="0">
                <a:effectLst/>
              </a:rPr>
              <a:t>- </a:t>
            </a:r>
            <a:r>
              <a:rPr lang="ja-JP" altLang="en-US">
                <a:effectLst/>
              </a:rPr>
              <a:t>データ分析機能のみ</a:t>
            </a:r>
          </a:p>
          <a:p>
            <a:r>
              <a:rPr lang="ja-JP" altLang="en-US">
                <a:effectLst/>
              </a:rPr>
              <a:t>一般ユーザーグループ </a:t>
            </a:r>
            <a:r>
              <a:rPr lang="en-US" altLang="ja-JP" dirty="0">
                <a:effectLst/>
              </a:rPr>
              <a:t>- </a:t>
            </a:r>
            <a:r>
              <a:rPr lang="ja-JP" altLang="en-US">
                <a:effectLst/>
              </a:rPr>
              <a:t>基本機能のみ</a:t>
            </a:r>
            <a:endParaRPr lang="en-US" altLang="ja-JP" dirty="0">
              <a:effectLst/>
            </a:endParaRPr>
          </a:p>
          <a:p>
            <a:endParaRPr lang="ja-JP" altLang="en-US">
              <a:effectLst/>
            </a:endParaRPr>
          </a:p>
          <a:p>
            <a:r>
              <a:rPr lang="ja-JP" altLang="en-US" b="1">
                <a:effectLst/>
              </a:rPr>
              <a:t>🎯 個人権限（</a:t>
            </a:r>
            <a:r>
              <a:rPr lang="en-US" altLang="ja-JP" b="1" dirty="0" err="1">
                <a:effectLst/>
              </a:rPr>
              <a:t>accounts_user_user_permissions</a:t>
            </a:r>
            <a:r>
              <a:rPr lang="ja-JP" altLang="en-US" b="1">
                <a:effectLst/>
              </a:rPr>
              <a:t>）</a:t>
            </a:r>
          </a:p>
          <a:p>
            <a:r>
              <a:rPr lang="ja-JP" altLang="en-US" b="1">
                <a:effectLst/>
              </a:rPr>
              <a:t>例外的・特別な権限</a:t>
            </a:r>
            <a:endParaRPr lang="ja-JP" altLang="en-US">
              <a:effectLst/>
            </a:endParaRPr>
          </a:p>
          <a:p>
            <a:r>
              <a:rPr lang="ja-JP" altLang="en-US">
                <a:effectLst/>
              </a:rPr>
              <a:t>その人だけに特別に付与したい場合</a:t>
            </a:r>
          </a:p>
          <a:p>
            <a:r>
              <a:rPr lang="ja-JP" altLang="en-US">
                <a:effectLst/>
              </a:rPr>
              <a:t>一時的な権限付与</a:t>
            </a:r>
          </a:p>
          <a:p>
            <a:r>
              <a:rPr lang="ja-JP" altLang="en-US" b="1">
                <a:effectLst/>
              </a:rPr>
              <a:t>例：</a:t>
            </a:r>
            <a:r>
              <a:rPr lang="ja-JP" altLang="en-US">
                <a:effectLst/>
              </a:rPr>
              <a:t>テストユーザーのみ「ベータ機能使用権限」</a:t>
            </a:r>
          </a:p>
          <a:p>
            <a:r>
              <a:rPr lang="ja-JP" altLang="en-US">
                <a:effectLst/>
              </a:rPr>
              <a:t>特定の研究者のみ「生データエクスポート権限」</a:t>
            </a:r>
          </a:p>
          <a:p>
            <a:r>
              <a:rPr lang="ja-JP" altLang="en-US">
                <a:effectLst/>
              </a:rPr>
              <a:t>期間限定で「外部連携</a:t>
            </a:r>
            <a:r>
              <a:rPr lang="en-US" altLang="ja-JP" dirty="0">
                <a:effectLst/>
              </a:rPr>
              <a:t>API</a:t>
            </a:r>
            <a:r>
              <a:rPr lang="ja-JP" altLang="en-US">
                <a:effectLst/>
              </a:rPr>
              <a:t>使用権限」</a:t>
            </a:r>
          </a:p>
        </p:txBody>
      </p:sp>
      <p:sp>
        <p:nvSpPr>
          <p:cNvPr id="4" name="スライド番号プレースホルダー 3">
            <a:extLst>
              <a:ext uri="{FF2B5EF4-FFF2-40B4-BE49-F238E27FC236}">
                <a16:creationId xmlns:a16="http://schemas.microsoft.com/office/drawing/2014/main" id="{EBFD7F7D-0F22-5951-F2CE-3215D047481A}"/>
              </a:ext>
            </a:extLst>
          </p:cNvPr>
          <p:cNvSpPr>
            <a:spLocks noGrp="1"/>
          </p:cNvSpPr>
          <p:nvPr>
            <p:ph type="sldNum" sz="quarter" idx="5"/>
          </p:nvPr>
        </p:nvSpPr>
        <p:spPr/>
        <p:txBody>
          <a:bodyPr/>
          <a:lstStyle/>
          <a:p>
            <a:fld id="{423E85BE-9FAD-764D-B84A-7C70829A20A9}" type="slidenum">
              <a:rPr kumimoji="1" lang="ja-JP" altLang="en-US" smtClean="0"/>
              <a:t>9</a:t>
            </a:fld>
            <a:endParaRPr kumimoji="1" lang="ja-JP" altLang="en-US"/>
          </a:p>
        </p:txBody>
      </p:sp>
    </p:spTree>
    <p:extLst>
      <p:ext uri="{BB962C8B-B14F-4D97-AF65-F5344CB8AC3E}">
        <p14:creationId xmlns:p14="http://schemas.microsoft.com/office/powerpoint/2010/main" val="4002651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テーブル　個人情報，興味関心の</a:t>
            </a:r>
            <a:r>
              <a:rPr kumimoji="1" lang="en-US" altLang="ja-JP" dirty="0"/>
              <a:t>2</a:t>
            </a:r>
            <a:r>
              <a:rPr kumimoji="1" lang="ja-JP" altLang="en-US"/>
              <a:t>つ</a:t>
            </a:r>
            <a:endParaRPr kumimoji="1" lang="en-US" altLang="ja-JP" dirty="0"/>
          </a:p>
          <a:p>
            <a:r>
              <a:rPr kumimoji="1" lang="ja-JP" altLang="en-US"/>
              <a:t>マッチングの仕方を考える，ユーザーを作ってみる</a:t>
            </a:r>
          </a:p>
        </p:txBody>
      </p:sp>
      <p:sp>
        <p:nvSpPr>
          <p:cNvPr id="4" name="スライド番号プレースホルダー 3"/>
          <p:cNvSpPr>
            <a:spLocks noGrp="1"/>
          </p:cNvSpPr>
          <p:nvPr>
            <p:ph type="sldNum" sz="quarter" idx="5"/>
          </p:nvPr>
        </p:nvSpPr>
        <p:spPr/>
        <p:txBody>
          <a:bodyPr/>
          <a:lstStyle/>
          <a:p>
            <a:fld id="{423E85BE-9FAD-764D-B84A-7C70829A20A9}" type="slidenum">
              <a:rPr kumimoji="1" lang="ja-JP" altLang="en-US" smtClean="0"/>
              <a:t>10</a:t>
            </a:fld>
            <a:endParaRPr kumimoji="1" lang="ja-JP" altLang="en-US"/>
          </a:p>
        </p:txBody>
      </p:sp>
    </p:spTree>
    <p:extLst>
      <p:ext uri="{BB962C8B-B14F-4D97-AF65-F5344CB8AC3E}">
        <p14:creationId xmlns:p14="http://schemas.microsoft.com/office/powerpoint/2010/main" val="2766784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svg"/><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svg"/><Relationship Id="rId25" Type="http://schemas.openxmlformats.org/officeDocument/2006/relationships/image" Target="../media/image25.svg"/><Relationship Id="rId33" Type="http://schemas.openxmlformats.org/officeDocument/2006/relationships/image" Target="../media/image33.svg"/><Relationship Id="rId2" Type="http://schemas.openxmlformats.org/officeDocument/2006/relationships/notesSlide" Target="../notesSlides/notesSlide1.xml"/><Relationship Id="rId16" Type="http://schemas.openxmlformats.org/officeDocument/2006/relationships/image" Target="../media/image16.svg"/><Relationship Id="rId20" Type="http://schemas.openxmlformats.org/officeDocument/2006/relationships/image" Target="../media/image20.png"/><Relationship Id="rId29"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1.png"/><Relationship Id="rId24" Type="http://schemas.openxmlformats.org/officeDocument/2006/relationships/image" Target="../media/image24.png"/><Relationship Id="rId32" Type="http://schemas.openxmlformats.org/officeDocument/2006/relationships/image" Target="../media/image32.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svg"/><Relationship Id="rId28" Type="http://schemas.openxmlformats.org/officeDocument/2006/relationships/image" Target="../media/image28.png"/><Relationship Id="rId10" Type="http://schemas.openxmlformats.org/officeDocument/2006/relationships/image" Target="../media/image10.svg"/><Relationship Id="rId19" Type="http://schemas.openxmlformats.org/officeDocument/2006/relationships/image" Target="../media/image19.svg"/><Relationship Id="rId31" Type="http://schemas.openxmlformats.org/officeDocument/2006/relationships/image" Target="../media/image31.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 Id="rId22" Type="http://schemas.openxmlformats.org/officeDocument/2006/relationships/image" Target="../media/image22.png"/><Relationship Id="rId27" Type="http://schemas.openxmlformats.org/officeDocument/2006/relationships/image" Target="../media/image27.svg"/><Relationship Id="rId30" Type="http://schemas.openxmlformats.org/officeDocument/2006/relationships/image" Target="../media/image30.svg"/><Relationship Id="rId8" Type="http://schemas.openxmlformats.org/officeDocument/2006/relationships/image" Target="../media/image8.svg"/></Relationships>
</file>

<file path=ppt/slides/_rels/slide3.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19.svg"/><Relationship Id="rId26" Type="http://schemas.openxmlformats.org/officeDocument/2006/relationships/image" Target="../media/image27.svg"/><Relationship Id="rId21" Type="http://schemas.openxmlformats.org/officeDocument/2006/relationships/image" Target="../media/image44.png"/><Relationship Id="rId34" Type="http://schemas.openxmlformats.org/officeDocument/2006/relationships/image" Target="../media/image32.png"/><Relationship Id="rId7" Type="http://schemas.openxmlformats.org/officeDocument/2006/relationships/image" Target="../media/image7.png"/><Relationship Id="rId12" Type="http://schemas.openxmlformats.org/officeDocument/2006/relationships/image" Target="../media/image39.sv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1.svg"/><Relationship Id="rId38" Type="http://schemas.openxmlformats.org/officeDocument/2006/relationships/image" Target="../media/image50.svg"/><Relationship Id="rId2" Type="http://schemas.openxmlformats.org/officeDocument/2006/relationships/notesSlide" Target="../notesSlides/notesSlide2.xml"/><Relationship Id="rId16" Type="http://schemas.openxmlformats.org/officeDocument/2006/relationships/image" Target="../media/image43.svg"/><Relationship Id="rId20" Type="http://schemas.openxmlformats.org/officeDocument/2006/relationships/image" Target="../media/image21.svg"/><Relationship Id="rId29"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38.png"/><Relationship Id="rId24" Type="http://schemas.openxmlformats.org/officeDocument/2006/relationships/image" Target="../media/image47.svg"/><Relationship Id="rId32" Type="http://schemas.openxmlformats.org/officeDocument/2006/relationships/image" Target="../media/image30.svg"/><Relationship Id="rId37" Type="http://schemas.openxmlformats.org/officeDocument/2006/relationships/image" Target="../media/image49.png"/><Relationship Id="rId5" Type="http://schemas.openxmlformats.org/officeDocument/2006/relationships/image" Target="../media/image36.png"/><Relationship Id="rId15" Type="http://schemas.openxmlformats.org/officeDocument/2006/relationships/image" Target="../media/image42.png"/><Relationship Id="rId23" Type="http://schemas.openxmlformats.org/officeDocument/2006/relationships/image" Target="../media/image46.png"/><Relationship Id="rId28" Type="http://schemas.openxmlformats.org/officeDocument/2006/relationships/image" Target="../media/image29.svg"/><Relationship Id="rId36" Type="http://schemas.openxmlformats.org/officeDocument/2006/relationships/image" Target="../media/image48.svg"/><Relationship Id="rId10" Type="http://schemas.openxmlformats.org/officeDocument/2006/relationships/image" Target="../media/image10.svg"/><Relationship Id="rId19" Type="http://schemas.openxmlformats.org/officeDocument/2006/relationships/image" Target="../media/image20.png"/><Relationship Id="rId31" Type="http://schemas.openxmlformats.org/officeDocument/2006/relationships/image" Target="../media/image13.png"/><Relationship Id="rId4" Type="http://schemas.openxmlformats.org/officeDocument/2006/relationships/image" Target="../media/image35.svg"/><Relationship Id="rId9" Type="http://schemas.openxmlformats.org/officeDocument/2006/relationships/image" Target="../media/image9.png"/><Relationship Id="rId14" Type="http://schemas.openxmlformats.org/officeDocument/2006/relationships/image" Target="../media/image41.svg"/><Relationship Id="rId22" Type="http://schemas.openxmlformats.org/officeDocument/2006/relationships/image" Target="../media/image45.svg"/><Relationship Id="rId27" Type="http://schemas.openxmlformats.org/officeDocument/2006/relationships/image" Target="../media/image28.png"/><Relationship Id="rId30" Type="http://schemas.openxmlformats.org/officeDocument/2006/relationships/image" Target="../media/image12.svg"/><Relationship Id="rId35" Type="http://schemas.openxmlformats.org/officeDocument/2006/relationships/image" Target="../media/image33.svg"/><Relationship Id="rId8" Type="http://schemas.openxmlformats.org/officeDocument/2006/relationships/image" Target="../media/image8.svg"/><Relationship Id="rId3" Type="http://schemas.openxmlformats.org/officeDocument/2006/relationships/image" Target="../media/image34.png"/></Relationships>
</file>

<file path=ppt/slides/_rels/slide4.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19.svg"/><Relationship Id="rId26" Type="http://schemas.openxmlformats.org/officeDocument/2006/relationships/image" Target="../media/image29.svg"/><Relationship Id="rId21" Type="http://schemas.openxmlformats.org/officeDocument/2006/relationships/image" Target="../media/image44.png"/><Relationship Id="rId34" Type="http://schemas.openxmlformats.org/officeDocument/2006/relationships/image" Target="../media/image48.svg"/><Relationship Id="rId7" Type="http://schemas.openxmlformats.org/officeDocument/2006/relationships/image" Target="../media/image7.png"/><Relationship Id="rId12" Type="http://schemas.openxmlformats.org/officeDocument/2006/relationships/image" Target="../media/image39.svg"/><Relationship Id="rId17" Type="http://schemas.openxmlformats.org/officeDocument/2006/relationships/image" Target="../media/image18.png"/><Relationship Id="rId25" Type="http://schemas.openxmlformats.org/officeDocument/2006/relationships/image" Target="../media/image28.png"/><Relationship Id="rId33" Type="http://schemas.openxmlformats.org/officeDocument/2006/relationships/image" Target="../media/image33.svg"/><Relationship Id="rId2" Type="http://schemas.openxmlformats.org/officeDocument/2006/relationships/notesSlide" Target="../notesSlides/notesSlide3.xml"/><Relationship Id="rId16" Type="http://schemas.openxmlformats.org/officeDocument/2006/relationships/image" Target="../media/image43.svg"/><Relationship Id="rId20" Type="http://schemas.openxmlformats.org/officeDocument/2006/relationships/image" Target="../media/image21.svg"/><Relationship Id="rId29"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38.png"/><Relationship Id="rId24" Type="http://schemas.openxmlformats.org/officeDocument/2006/relationships/image" Target="../media/image27.svg"/><Relationship Id="rId32" Type="http://schemas.openxmlformats.org/officeDocument/2006/relationships/image" Target="../media/image32.png"/><Relationship Id="rId37" Type="http://schemas.openxmlformats.org/officeDocument/2006/relationships/image" Target="../media/image17.svg"/><Relationship Id="rId5" Type="http://schemas.openxmlformats.org/officeDocument/2006/relationships/image" Target="../media/image36.png"/><Relationship Id="rId15" Type="http://schemas.openxmlformats.org/officeDocument/2006/relationships/image" Target="../media/image42.png"/><Relationship Id="rId23" Type="http://schemas.openxmlformats.org/officeDocument/2006/relationships/image" Target="../media/image26.png"/><Relationship Id="rId28" Type="http://schemas.openxmlformats.org/officeDocument/2006/relationships/image" Target="../media/image12.svg"/><Relationship Id="rId36" Type="http://schemas.openxmlformats.org/officeDocument/2006/relationships/image" Target="../media/image25.svg"/><Relationship Id="rId10" Type="http://schemas.openxmlformats.org/officeDocument/2006/relationships/image" Target="../media/image10.svg"/><Relationship Id="rId19" Type="http://schemas.openxmlformats.org/officeDocument/2006/relationships/image" Target="../media/image20.png"/><Relationship Id="rId31" Type="http://schemas.openxmlformats.org/officeDocument/2006/relationships/image" Target="../media/image31.svg"/><Relationship Id="rId4" Type="http://schemas.openxmlformats.org/officeDocument/2006/relationships/image" Target="../media/image35.svg"/><Relationship Id="rId9" Type="http://schemas.openxmlformats.org/officeDocument/2006/relationships/image" Target="../media/image9.png"/><Relationship Id="rId14" Type="http://schemas.openxmlformats.org/officeDocument/2006/relationships/image" Target="../media/image41.svg"/><Relationship Id="rId22" Type="http://schemas.openxmlformats.org/officeDocument/2006/relationships/image" Target="../media/image45.svg"/><Relationship Id="rId27" Type="http://schemas.openxmlformats.org/officeDocument/2006/relationships/image" Target="../media/image11.png"/><Relationship Id="rId30" Type="http://schemas.openxmlformats.org/officeDocument/2006/relationships/image" Target="../media/image30.svg"/><Relationship Id="rId35" Type="http://schemas.openxmlformats.org/officeDocument/2006/relationships/image" Target="../media/image24.png"/><Relationship Id="rId8" Type="http://schemas.openxmlformats.org/officeDocument/2006/relationships/image" Target="../media/image8.svg"/><Relationship Id="rId3"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9.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0.sv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55.svg"/><Relationship Id="rId3" Type="http://schemas.openxmlformats.org/officeDocument/2006/relationships/image" Target="../media/image9.png"/><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8.svg"/><Relationship Id="rId4" Type="http://schemas.openxmlformats.org/officeDocument/2006/relationships/image" Target="../media/image10.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Freeform 5"/>
          <p:cNvSpPr/>
          <p:nvPr/>
        </p:nvSpPr>
        <p:spPr>
          <a:xfrm flipH="1">
            <a:off x="13374676" y="1505082"/>
            <a:ext cx="5352794" cy="6277264"/>
          </a:xfrm>
          <a:custGeom>
            <a:avLst/>
            <a:gdLst/>
            <a:ahLst/>
            <a:cxnLst/>
            <a:rect l="l" t="t" r="r" b="b"/>
            <a:pathLst>
              <a:path w="5352794" h="6277264">
                <a:moveTo>
                  <a:pt x="5352794" y="0"/>
                </a:moveTo>
                <a:lnTo>
                  <a:pt x="0" y="0"/>
                </a:lnTo>
                <a:lnTo>
                  <a:pt x="0" y="6277264"/>
                </a:lnTo>
                <a:lnTo>
                  <a:pt x="5352794" y="6277264"/>
                </a:lnTo>
                <a:lnTo>
                  <a:pt x="5352794"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p:cNvSpPr/>
          <p:nvPr/>
        </p:nvSpPr>
        <p:spPr>
          <a:xfrm>
            <a:off x="857250" y="7025641"/>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7" name="AutoShape 7"/>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13" name="TextBox 13"/>
          <p:cNvSpPr txBox="1"/>
          <p:nvPr/>
        </p:nvSpPr>
        <p:spPr>
          <a:xfrm>
            <a:off x="1591463" y="3612504"/>
            <a:ext cx="11049000" cy="2656433"/>
          </a:xfrm>
          <a:prstGeom prst="rect">
            <a:avLst/>
          </a:prstGeom>
        </p:spPr>
        <p:txBody>
          <a:bodyPr wrap="square" lIns="0" tIns="0" rIns="0" bIns="0" rtlCol="0" anchor="t">
            <a:spAutoFit/>
          </a:bodyPr>
          <a:lstStyle/>
          <a:p>
            <a:pPr>
              <a:lnSpc>
                <a:spcPts val="11199"/>
              </a:lnSpc>
            </a:pPr>
            <a:r>
              <a:rPr lang="en-US" sz="7200" b="1" spc="399" dirty="0">
                <a:solidFill>
                  <a:srgbClr val="1B1B1B"/>
                </a:solidFill>
                <a:latin typeface="Yu Gothic" panose="020B0400000000000000" pitchFamily="34" charset="-128"/>
                <a:ea typeface="Yu Gothic" panose="020B0400000000000000" pitchFamily="34" charset="-128"/>
                <a:cs typeface="Noto Sans JP Heavy"/>
                <a:sym typeface="Noto Sans JP Heavy"/>
              </a:rPr>
              <a:t>2025/07/11進捗報告</a:t>
            </a:r>
          </a:p>
          <a:p>
            <a:pPr>
              <a:lnSpc>
                <a:spcPts val="11199"/>
              </a:lnSpc>
            </a:pPr>
            <a:r>
              <a:rPr lang="en-US" sz="4000" b="1" spc="399" dirty="0">
                <a:solidFill>
                  <a:srgbClr val="1B1B1B"/>
                </a:solidFill>
                <a:latin typeface="Yu Gothic" panose="020B0400000000000000" pitchFamily="34" charset="-128"/>
                <a:ea typeface="Yu Gothic" panose="020B0400000000000000" pitchFamily="34" charset="-128"/>
                <a:cs typeface="Noto Sans JP Heavy"/>
                <a:sym typeface="Noto Sans JP Heavy"/>
              </a:rPr>
              <a:t>- タスクを言語化するのが1番難しい -</a:t>
            </a:r>
          </a:p>
        </p:txBody>
      </p:sp>
      <p:grpSp>
        <p:nvGrpSpPr>
          <p:cNvPr id="19" name="グループ化 18">
            <a:extLst>
              <a:ext uri="{FF2B5EF4-FFF2-40B4-BE49-F238E27FC236}">
                <a16:creationId xmlns:a16="http://schemas.microsoft.com/office/drawing/2014/main" id="{A66BA20F-ACCC-3614-9C86-45BD6A5FA5CC}"/>
              </a:ext>
            </a:extLst>
          </p:cNvPr>
          <p:cNvGrpSpPr/>
          <p:nvPr/>
        </p:nvGrpSpPr>
        <p:grpSpPr>
          <a:xfrm>
            <a:off x="1080279" y="2704922"/>
            <a:ext cx="6234921" cy="866942"/>
            <a:chOff x="1403336" y="1324305"/>
            <a:chExt cx="6234921" cy="866942"/>
          </a:xfrm>
        </p:grpSpPr>
        <p:grpSp>
          <p:nvGrpSpPr>
            <p:cNvPr id="10" name="Group 10"/>
            <p:cNvGrpSpPr/>
            <p:nvPr/>
          </p:nvGrpSpPr>
          <p:grpSpPr>
            <a:xfrm>
              <a:off x="1722038" y="1324305"/>
              <a:ext cx="5687621" cy="866942"/>
              <a:chOff x="0" y="-47625"/>
              <a:chExt cx="1154506" cy="228331"/>
            </a:xfrm>
          </p:grpSpPr>
          <p:sp>
            <p:nvSpPr>
              <p:cNvPr id="11" name="Freeform 11"/>
              <p:cNvSpPr/>
              <p:nvPr/>
            </p:nvSpPr>
            <p:spPr>
              <a:xfrm>
                <a:off x="0" y="0"/>
                <a:ext cx="1154506" cy="180706"/>
              </a:xfrm>
              <a:custGeom>
                <a:avLst/>
                <a:gdLst/>
                <a:ahLst/>
                <a:cxnLst/>
                <a:rect l="l" t="t" r="r" b="b"/>
                <a:pathLst>
                  <a:path w="906552" h="180706">
                    <a:moveTo>
                      <a:pt x="0" y="0"/>
                    </a:moveTo>
                    <a:lnTo>
                      <a:pt x="906552" y="0"/>
                    </a:lnTo>
                    <a:lnTo>
                      <a:pt x="906552" y="180706"/>
                    </a:lnTo>
                    <a:lnTo>
                      <a:pt x="0" y="180706"/>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12" name="TextBox 12"/>
              <p:cNvSpPr txBox="1"/>
              <p:nvPr/>
            </p:nvSpPr>
            <p:spPr>
              <a:xfrm>
                <a:off x="0" y="-47625"/>
                <a:ext cx="906552" cy="228331"/>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4" name="TextBox 14"/>
            <p:cNvSpPr txBox="1"/>
            <p:nvPr/>
          </p:nvSpPr>
          <p:spPr>
            <a:xfrm>
              <a:off x="1403336" y="1592638"/>
              <a:ext cx="6234921" cy="511102"/>
            </a:xfrm>
            <a:prstGeom prst="rect">
              <a:avLst/>
            </a:prstGeom>
          </p:spPr>
          <p:txBody>
            <a:bodyPr wrap="square" lIns="0" tIns="0" rIns="0" bIns="0" rtlCol="0" anchor="t">
              <a:spAutoFit/>
            </a:bodyPr>
            <a:lstStyle/>
            <a:p>
              <a:pPr algn="ctr">
                <a:lnSpc>
                  <a:spcPts val="4199"/>
                </a:lnSpc>
              </a:pPr>
              <a:r>
                <a:rPr lang="ja-JP" altLang="en-US" sz="2999" b="1" spc="149">
                  <a:solidFill>
                    <a:srgbClr val="F6F6F6"/>
                  </a:solidFill>
                  <a:latin typeface="Yu Gothic" panose="020B0400000000000000" pitchFamily="34" charset="-128"/>
                  <a:ea typeface="Yu Gothic" panose="020B0400000000000000" pitchFamily="34" charset="-128"/>
                  <a:cs typeface="Noto Sans JP Bold"/>
                  <a:sym typeface="Noto Sans JP Bold"/>
                </a:rPr>
                <a:t>マッチングシステム作成</a:t>
              </a:r>
              <a:endParaRPr lang="en-US" sz="2999" b="1" spc="149" dirty="0">
                <a:solidFill>
                  <a:srgbClr val="F6F6F6"/>
                </a:solidFill>
                <a:latin typeface="Yu Gothic" panose="020B0400000000000000" pitchFamily="34" charset="-128"/>
                <a:ea typeface="Yu Gothic" panose="020B0400000000000000" pitchFamily="34" charset="-128"/>
                <a:cs typeface="Noto Sans JP Bold"/>
                <a:sym typeface="Noto Sans JP Bold"/>
              </a:endParaRPr>
            </a:p>
          </p:txBody>
        </p:sp>
      </p:grpSp>
      <p:sp>
        <p:nvSpPr>
          <p:cNvPr id="15" name="TextBox 15"/>
          <p:cNvSpPr txBox="1"/>
          <p:nvPr/>
        </p:nvSpPr>
        <p:spPr>
          <a:xfrm>
            <a:off x="1600200" y="7371895"/>
            <a:ext cx="4471529" cy="522131"/>
          </a:xfrm>
          <a:prstGeom prst="rect">
            <a:avLst/>
          </a:prstGeom>
        </p:spPr>
        <p:txBody>
          <a:bodyPr lIns="0" tIns="0" rIns="0" bIns="0" rtlCol="0" anchor="t">
            <a:spAutoFit/>
          </a:bodyPr>
          <a:lstStyle/>
          <a:p>
            <a:pPr algn="l">
              <a:lnSpc>
                <a:spcPts val="4499"/>
              </a:lnSpc>
            </a:pPr>
            <a:r>
              <a:rPr lang="en-US" sz="2499" b="1" spc="124" dirty="0">
                <a:solidFill>
                  <a:srgbClr val="1B1B1B"/>
                </a:solidFill>
                <a:latin typeface="Yu Gothic" panose="020B0400000000000000" pitchFamily="34" charset="-128"/>
                <a:ea typeface="Yu Gothic" panose="020B0400000000000000" pitchFamily="34" charset="-128"/>
                <a:cs typeface="Noto Sans JP Heavy"/>
                <a:sym typeface="Noto Sans JP Heavy"/>
              </a:rPr>
              <a:t>ML/DS</a:t>
            </a:r>
            <a:r>
              <a:rPr lang="ja-JP" altLang="en-US" sz="2499" b="1" spc="124">
                <a:solidFill>
                  <a:srgbClr val="1B1B1B"/>
                </a:solidFill>
                <a:latin typeface="Yu Gothic" panose="020B0400000000000000" pitchFamily="34" charset="-128"/>
                <a:ea typeface="Yu Gothic" panose="020B0400000000000000" pitchFamily="34" charset="-128"/>
                <a:cs typeface="Noto Sans JP Heavy"/>
                <a:sym typeface="Noto Sans JP Heavy"/>
              </a:rPr>
              <a:t>　白川桃子</a:t>
            </a:r>
            <a:endParaRPr lang="en-US" sz="2499" b="1" spc="124"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8BFA9-2BBF-C3F8-C160-8F14663419ED}"/>
            </a:ext>
          </a:extLst>
        </p:cNvPr>
        <p:cNvGrpSpPr/>
        <p:nvPr/>
      </p:nvGrpSpPr>
      <p:grpSpPr>
        <a:xfrm>
          <a:off x="0" y="0"/>
          <a:ext cx="0" cy="0"/>
          <a:chOff x="0" y="0"/>
          <a:chExt cx="0" cy="0"/>
        </a:xfrm>
      </p:grpSpPr>
      <p:sp>
        <p:nvSpPr>
          <p:cNvPr id="10" name="角丸四角形 9">
            <a:extLst>
              <a:ext uri="{FF2B5EF4-FFF2-40B4-BE49-F238E27FC236}">
                <a16:creationId xmlns:a16="http://schemas.microsoft.com/office/drawing/2014/main" id="{730D5134-B865-BC45-E4AD-24F0DA1673DA}"/>
              </a:ext>
            </a:extLst>
          </p:cNvPr>
          <p:cNvSpPr/>
          <p:nvPr/>
        </p:nvSpPr>
        <p:spPr>
          <a:xfrm>
            <a:off x="393598" y="2420830"/>
            <a:ext cx="918672" cy="2722668"/>
          </a:xfrm>
          <a:prstGeom prst="roundRect">
            <a:avLst/>
          </a:prstGeom>
          <a:solidFill>
            <a:srgbClr val="FFF3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音声</a:t>
            </a:r>
            <a:endParaRPr kumimoji="1" lang="en-US" altLang="ja-JP" dirty="0">
              <a:solidFill>
                <a:schemeClr val="tx1"/>
              </a:solidFill>
            </a:endParaRPr>
          </a:p>
          <a:p>
            <a:pPr algn="ctr"/>
            <a:r>
              <a:rPr kumimoji="1" lang="en-US" altLang="ja-JP" dirty="0">
                <a:solidFill>
                  <a:schemeClr val="tx1"/>
                </a:solidFill>
              </a:rPr>
              <a:t>to</a:t>
            </a:r>
          </a:p>
          <a:p>
            <a:pPr algn="ctr"/>
            <a:r>
              <a:rPr kumimoji="1" lang="ja-JP" altLang="en-US">
                <a:solidFill>
                  <a:schemeClr val="tx1"/>
                </a:solidFill>
              </a:rPr>
              <a:t>文字起こし</a:t>
            </a:r>
          </a:p>
        </p:txBody>
      </p:sp>
      <p:sp>
        <p:nvSpPr>
          <p:cNvPr id="2" name="AutoShape 2">
            <a:extLst>
              <a:ext uri="{FF2B5EF4-FFF2-40B4-BE49-F238E27FC236}">
                <a16:creationId xmlns:a16="http://schemas.microsoft.com/office/drawing/2014/main" id="{EB4AAA26-0844-6898-D926-BBE7696ED5DF}"/>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A5A4DB73-398F-E0C9-97EF-6491BA51E90D}"/>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EDFF8F19-8F6D-2359-2C27-7DE4BD711C02}"/>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65509D03-402A-1077-5D2D-43589FEA3F52}"/>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DE1F7F37-A779-9E98-5B59-54C058C24037}"/>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76BBD031-66B8-BD6E-F436-D5AE3BD961C8}"/>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20DFC3AC-6EDF-69B9-FB3B-49D50E6DAA08}"/>
              </a:ext>
            </a:extLst>
          </p:cNvPr>
          <p:cNvSpPr txBox="1"/>
          <p:nvPr/>
        </p:nvSpPr>
        <p:spPr>
          <a:xfrm>
            <a:off x="2949343" y="1371153"/>
            <a:ext cx="14309957" cy="596900"/>
          </a:xfrm>
          <a:prstGeom prst="rect">
            <a:avLst/>
          </a:prstGeom>
        </p:spPr>
        <p:txBody>
          <a:bodyPr lIns="0" tIns="0" rIns="0" bIns="0" rtlCol="0" anchor="t">
            <a:spAutoFit/>
          </a:bodyPr>
          <a:lstStyle/>
          <a:p>
            <a:pPr algn="l">
              <a:lnSpc>
                <a:spcPts val="4900"/>
              </a:lnSpc>
            </a:pPr>
            <a:r>
              <a:rPr lang="en-US"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ローカル環境でのサービスに必要な技術要素</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C8DC6797-66C2-6FC1-DD63-5A52ECEF7E4E}"/>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a:solidFill>
                  <a:srgbClr val="FAFAFA"/>
                </a:solidFill>
                <a:latin typeface="Yu Gothic" panose="020B0400000000000000" pitchFamily="34" charset="-128"/>
                <a:ea typeface="Yu Gothic" panose="020B0400000000000000" pitchFamily="34" charset="-128"/>
                <a:cs typeface="Open Sans Bold"/>
                <a:sym typeface="Open Sans Bold"/>
              </a:rPr>
              <a:t>01</a:t>
            </a:r>
          </a:p>
        </p:txBody>
      </p:sp>
      <p:grpSp>
        <p:nvGrpSpPr>
          <p:cNvPr id="29" name="グループ化 28">
            <a:extLst>
              <a:ext uri="{FF2B5EF4-FFF2-40B4-BE49-F238E27FC236}">
                <a16:creationId xmlns:a16="http://schemas.microsoft.com/office/drawing/2014/main" id="{729E2FE1-D563-0372-D735-61E09345E468}"/>
              </a:ext>
            </a:extLst>
          </p:cNvPr>
          <p:cNvGrpSpPr/>
          <p:nvPr/>
        </p:nvGrpSpPr>
        <p:grpSpPr>
          <a:xfrm>
            <a:off x="4897196" y="2683594"/>
            <a:ext cx="1855186" cy="2078502"/>
            <a:chOff x="7213805" y="3006543"/>
            <a:chExt cx="1855186" cy="2078502"/>
          </a:xfrm>
        </p:grpSpPr>
        <p:sp>
          <p:nvSpPr>
            <p:cNvPr id="17" name="Freeform 22">
              <a:extLst>
                <a:ext uri="{FF2B5EF4-FFF2-40B4-BE49-F238E27FC236}">
                  <a16:creationId xmlns:a16="http://schemas.microsoft.com/office/drawing/2014/main" id="{E4CA4440-32C2-1FD3-7FBC-5FD7ADD21448}"/>
                </a:ext>
              </a:extLst>
            </p:cNvPr>
            <p:cNvSpPr>
              <a:spLocks noChangeAspect="1"/>
            </p:cNvSpPr>
            <p:nvPr/>
          </p:nvSpPr>
          <p:spPr>
            <a:xfrm>
              <a:off x="7213805" y="3006543"/>
              <a:ext cx="1855186" cy="1498063"/>
            </a:xfrm>
            <a:custGeom>
              <a:avLst/>
              <a:gdLst/>
              <a:ahLst/>
              <a:cxnLst/>
              <a:rect l="l" t="t" r="r" b="b"/>
              <a:pathLst>
                <a:path w="1855186" h="1498063">
                  <a:moveTo>
                    <a:pt x="0" y="0"/>
                  </a:moveTo>
                  <a:lnTo>
                    <a:pt x="1855187" y="0"/>
                  </a:lnTo>
                  <a:lnTo>
                    <a:pt x="1855187" y="1498063"/>
                  </a:lnTo>
                  <a:lnTo>
                    <a:pt x="0" y="14980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C64D4C33-F9BD-A628-538A-85119DBC01D8}"/>
                </a:ext>
              </a:extLst>
            </p:cNvPr>
            <p:cNvSpPr txBox="1"/>
            <p:nvPr/>
          </p:nvSpPr>
          <p:spPr>
            <a:xfrm>
              <a:off x="7723275" y="4623380"/>
              <a:ext cx="84510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GCS</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0" name="グループ化 29">
            <a:extLst>
              <a:ext uri="{FF2B5EF4-FFF2-40B4-BE49-F238E27FC236}">
                <a16:creationId xmlns:a16="http://schemas.microsoft.com/office/drawing/2014/main" id="{7858FD3E-E23F-9596-7AF6-5F4E86F4BD93}"/>
              </a:ext>
            </a:extLst>
          </p:cNvPr>
          <p:cNvGrpSpPr/>
          <p:nvPr/>
        </p:nvGrpSpPr>
        <p:grpSpPr>
          <a:xfrm>
            <a:off x="9003837" y="2706732"/>
            <a:ext cx="2529860" cy="2055363"/>
            <a:chOff x="11486205" y="3006543"/>
            <a:chExt cx="2529860" cy="2055363"/>
          </a:xfrm>
        </p:grpSpPr>
        <p:sp>
          <p:nvSpPr>
            <p:cNvPr id="18" name="Freeform 11">
              <a:extLst>
                <a:ext uri="{FF2B5EF4-FFF2-40B4-BE49-F238E27FC236}">
                  <a16:creationId xmlns:a16="http://schemas.microsoft.com/office/drawing/2014/main" id="{ABCFBB6B-5FA0-70EB-A9F8-DB04593BC887}"/>
                </a:ext>
              </a:extLst>
            </p:cNvPr>
            <p:cNvSpPr>
              <a:spLocks noChangeAspect="1"/>
            </p:cNvSpPr>
            <p:nvPr/>
          </p:nvSpPr>
          <p:spPr>
            <a:xfrm>
              <a:off x="11990296" y="3006543"/>
              <a:ext cx="1521679" cy="1480179"/>
            </a:xfrm>
            <a:custGeom>
              <a:avLst/>
              <a:gdLst/>
              <a:ahLst/>
              <a:cxnLst/>
              <a:rect l="l" t="t" r="r" b="b"/>
              <a:pathLst>
                <a:path w="1521679" h="1480179">
                  <a:moveTo>
                    <a:pt x="0" y="0"/>
                  </a:moveTo>
                  <a:lnTo>
                    <a:pt x="1521679" y="0"/>
                  </a:lnTo>
                  <a:lnTo>
                    <a:pt x="1521679" y="1480179"/>
                  </a:lnTo>
                  <a:lnTo>
                    <a:pt x="0" y="14801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6" name="テキスト ボックス 25">
              <a:extLst>
                <a:ext uri="{FF2B5EF4-FFF2-40B4-BE49-F238E27FC236}">
                  <a16:creationId xmlns:a16="http://schemas.microsoft.com/office/drawing/2014/main" id="{0F26FB2A-2700-6B17-8ED6-84AE192BE367}"/>
                </a:ext>
              </a:extLst>
            </p:cNvPr>
            <p:cNvSpPr txBox="1"/>
            <p:nvPr/>
          </p:nvSpPr>
          <p:spPr>
            <a:xfrm>
              <a:off x="11486205" y="4600241"/>
              <a:ext cx="2529860"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Speech-to-Text</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4" name="グループ化 33">
            <a:extLst>
              <a:ext uri="{FF2B5EF4-FFF2-40B4-BE49-F238E27FC236}">
                <a16:creationId xmlns:a16="http://schemas.microsoft.com/office/drawing/2014/main" id="{F16CEACC-3541-4F23-C1FB-2C4B7311EC4B}"/>
              </a:ext>
            </a:extLst>
          </p:cNvPr>
          <p:cNvGrpSpPr/>
          <p:nvPr/>
        </p:nvGrpSpPr>
        <p:grpSpPr>
          <a:xfrm>
            <a:off x="13260890" y="5960771"/>
            <a:ext cx="1339002" cy="1775469"/>
            <a:chOff x="2256509" y="6734974"/>
            <a:chExt cx="1339002" cy="1775469"/>
          </a:xfrm>
        </p:grpSpPr>
        <p:sp>
          <p:nvSpPr>
            <p:cNvPr id="19" name="Freeform 21">
              <a:extLst>
                <a:ext uri="{FF2B5EF4-FFF2-40B4-BE49-F238E27FC236}">
                  <a16:creationId xmlns:a16="http://schemas.microsoft.com/office/drawing/2014/main" id="{A18AB0B9-3C56-C558-452E-A0E109A481C9}"/>
                </a:ext>
              </a:extLst>
            </p:cNvPr>
            <p:cNvSpPr>
              <a:spLocks noChangeAspect="1"/>
            </p:cNvSpPr>
            <p:nvPr/>
          </p:nvSpPr>
          <p:spPr>
            <a:xfrm>
              <a:off x="2256509" y="6734974"/>
              <a:ext cx="1219860" cy="1247938"/>
            </a:xfrm>
            <a:custGeom>
              <a:avLst/>
              <a:gdLst/>
              <a:ahLst/>
              <a:cxnLst/>
              <a:rect l="l" t="t" r="r" b="b"/>
              <a:pathLst>
                <a:path w="1341162" h="1372032">
                  <a:moveTo>
                    <a:pt x="0" y="0"/>
                  </a:moveTo>
                  <a:lnTo>
                    <a:pt x="1341162" y="0"/>
                  </a:lnTo>
                  <a:lnTo>
                    <a:pt x="1341162" y="1372032"/>
                  </a:lnTo>
                  <a:lnTo>
                    <a:pt x="0" y="13720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7" name="テキスト ボックス 26">
              <a:extLst>
                <a:ext uri="{FF2B5EF4-FFF2-40B4-BE49-F238E27FC236}">
                  <a16:creationId xmlns:a16="http://schemas.microsoft.com/office/drawing/2014/main" id="{62D32BB0-4820-FD0E-2380-17C9A1DBFB05}"/>
                </a:ext>
              </a:extLst>
            </p:cNvPr>
            <p:cNvSpPr txBox="1"/>
            <p:nvPr/>
          </p:nvSpPr>
          <p:spPr>
            <a:xfrm>
              <a:off x="2344848" y="8048778"/>
              <a:ext cx="125066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Django</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6" name="グループ化 35">
            <a:extLst>
              <a:ext uri="{FF2B5EF4-FFF2-40B4-BE49-F238E27FC236}">
                <a16:creationId xmlns:a16="http://schemas.microsoft.com/office/drawing/2014/main" id="{1200D84F-F4C8-C305-44AD-37FB3FE2D1E0}"/>
              </a:ext>
            </a:extLst>
          </p:cNvPr>
          <p:cNvGrpSpPr/>
          <p:nvPr/>
        </p:nvGrpSpPr>
        <p:grpSpPr>
          <a:xfrm>
            <a:off x="9747002" y="5826457"/>
            <a:ext cx="1426106" cy="1909783"/>
            <a:chOff x="7173083" y="6753785"/>
            <a:chExt cx="1426106" cy="1909783"/>
          </a:xfrm>
        </p:grpSpPr>
        <p:pic>
          <p:nvPicPr>
            <p:cNvPr id="21" name="グラフィックス 20" descr="データベース 枠線">
              <a:extLst>
                <a:ext uri="{FF2B5EF4-FFF2-40B4-BE49-F238E27FC236}">
                  <a16:creationId xmlns:a16="http://schemas.microsoft.com/office/drawing/2014/main" id="{9EE8FBAC-6F6D-29A3-64A6-F392FAD413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3083" y="6753785"/>
              <a:ext cx="1426106" cy="1426106"/>
            </a:xfrm>
            <a:prstGeom prst="rect">
              <a:avLst/>
            </a:prstGeom>
          </p:spPr>
        </p:pic>
        <p:sp>
          <p:nvSpPr>
            <p:cNvPr id="32" name="テキスト ボックス 31">
              <a:extLst>
                <a:ext uri="{FF2B5EF4-FFF2-40B4-BE49-F238E27FC236}">
                  <a16:creationId xmlns:a16="http://schemas.microsoft.com/office/drawing/2014/main" id="{FC752708-A40F-4929-6CED-32A0D10D0A6F}"/>
                </a:ext>
              </a:extLst>
            </p:cNvPr>
            <p:cNvSpPr txBox="1"/>
            <p:nvPr/>
          </p:nvSpPr>
          <p:spPr>
            <a:xfrm>
              <a:off x="7284849" y="8201903"/>
              <a:ext cx="120257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cxnSp>
        <p:nvCxnSpPr>
          <p:cNvPr id="45" name="直線矢印コネクタ 44">
            <a:extLst>
              <a:ext uri="{FF2B5EF4-FFF2-40B4-BE49-F238E27FC236}">
                <a16:creationId xmlns:a16="http://schemas.microsoft.com/office/drawing/2014/main" id="{20E314FD-B0F0-03D2-1B34-9041E973ACA1}"/>
              </a:ext>
            </a:extLst>
          </p:cNvPr>
          <p:cNvCxnSpPr>
            <a:cxnSpLocks/>
          </p:cNvCxnSpPr>
          <p:nvPr/>
        </p:nvCxnSpPr>
        <p:spPr>
          <a:xfrm>
            <a:off x="2898749" y="3722418"/>
            <a:ext cx="16764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9" name="グラフィックス 48" descr="音符 単色塗りつぶし">
            <a:extLst>
              <a:ext uri="{FF2B5EF4-FFF2-40B4-BE49-F238E27FC236}">
                <a16:creationId xmlns:a16="http://schemas.microsoft.com/office/drawing/2014/main" id="{036D2202-9C43-93A3-E5E8-98B3514896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92136" y="3304383"/>
            <a:ext cx="634281" cy="634281"/>
          </a:xfrm>
          <a:prstGeom prst="rect">
            <a:avLst/>
          </a:prstGeom>
        </p:spPr>
      </p:pic>
      <p:cxnSp>
        <p:nvCxnSpPr>
          <p:cNvPr id="54" name="直線矢印コネクタ 53">
            <a:extLst>
              <a:ext uri="{FF2B5EF4-FFF2-40B4-BE49-F238E27FC236}">
                <a16:creationId xmlns:a16="http://schemas.microsoft.com/office/drawing/2014/main" id="{46FB1BBC-36FD-EA2D-8F39-BF0767A8FD6E}"/>
              </a:ext>
            </a:extLst>
          </p:cNvPr>
          <p:cNvCxnSpPr>
            <a:cxnSpLocks/>
          </p:cNvCxnSpPr>
          <p:nvPr/>
        </p:nvCxnSpPr>
        <p:spPr>
          <a:xfrm>
            <a:off x="7277690" y="3480156"/>
            <a:ext cx="16764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5" name="グラフィックス 54" descr="音符 単色塗りつぶし">
            <a:extLst>
              <a:ext uri="{FF2B5EF4-FFF2-40B4-BE49-F238E27FC236}">
                <a16:creationId xmlns:a16="http://schemas.microsoft.com/office/drawing/2014/main" id="{7219F052-7CD2-5F3C-85AC-27442968CB8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71077" y="3062121"/>
            <a:ext cx="634281" cy="634281"/>
          </a:xfrm>
          <a:prstGeom prst="rect">
            <a:avLst/>
          </a:prstGeom>
        </p:spPr>
      </p:pic>
      <p:cxnSp>
        <p:nvCxnSpPr>
          <p:cNvPr id="56" name="直線矢印コネクタ 55">
            <a:extLst>
              <a:ext uri="{FF2B5EF4-FFF2-40B4-BE49-F238E27FC236}">
                <a16:creationId xmlns:a16="http://schemas.microsoft.com/office/drawing/2014/main" id="{84D76FFD-5C4A-7B69-B4DF-52AAB4618DBF}"/>
              </a:ext>
            </a:extLst>
          </p:cNvPr>
          <p:cNvCxnSpPr>
            <a:cxnSpLocks/>
          </p:cNvCxnSpPr>
          <p:nvPr/>
        </p:nvCxnSpPr>
        <p:spPr>
          <a:xfrm flipH="1">
            <a:off x="7277690" y="3984468"/>
            <a:ext cx="1676400" cy="57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カギ線コネクタ 69">
            <a:extLst>
              <a:ext uri="{FF2B5EF4-FFF2-40B4-BE49-F238E27FC236}">
                <a16:creationId xmlns:a16="http://schemas.microsoft.com/office/drawing/2014/main" id="{D3536E5A-6BC4-F39D-6212-C3567BCDBC4C}"/>
              </a:ext>
            </a:extLst>
          </p:cNvPr>
          <p:cNvCxnSpPr>
            <a:cxnSpLocks/>
          </p:cNvCxnSpPr>
          <p:nvPr/>
        </p:nvCxnSpPr>
        <p:spPr>
          <a:xfrm rot="10800000" flipV="1">
            <a:off x="11029607" y="3282988"/>
            <a:ext cx="941426" cy="712664"/>
          </a:xfrm>
          <a:prstGeom prst="bentConnector3">
            <a:avLst>
              <a:gd name="adj1" fmla="val 12"/>
            </a:avLst>
          </a:prstGeom>
          <a:ln w="571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0217C13F-8BBD-0A4B-D352-76F18A7AEE18}"/>
              </a:ext>
            </a:extLst>
          </p:cNvPr>
          <p:cNvCxnSpPr>
            <a:cxnSpLocks/>
          </p:cNvCxnSpPr>
          <p:nvPr/>
        </p:nvCxnSpPr>
        <p:spPr>
          <a:xfrm>
            <a:off x="11151209" y="3282987"/>
            <a:ext cx="838200" cy="0"/>
          </a:xfrm>
          <a:prstGeom prst="straightConnector1">
            <a:avLst/>
          </a:prstGeom>
          <a:ln w="571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1" name="グラフィックス 80" descr="レシート 単色塗りつぶし">
            <a:extLst>
              <a:ext uri="{FF2B5EF4-FFF2-40B4-BE49-F238E27FC236}">
                <a16:creationId xmlns:a16="http://schemas.microsoft.com/office/drawing/2014/main" id="{31A3780D-F3C8-F087-B5F6-CCD4651DF3A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971033" y="3062121"/>
            <a:ext cx="1005403" cy="1005403"/>
          </a:xfrm>
          <a:prstGeom prst="rect">
            <a:avLst/>
          </a:prstGeom>
        </p:spPr>
      </p:pic>
      <p:grpSp>
        <p:nvGrpSpPr>
          <p:cNvPr id="83" name="グループ化 82">
            <a:extLst>
              <a:ext uri="{FF2B5EF4-FFF2-40B4-BE49-F238E27FC236}">
                <a16:creationId xmlns:a16="http://schemas.microsoft.com/office/drawing/2014/main" id="{E1C44753-B12A-9F7B-F857-6DD9DFD89B15}"/>
              </a:ext>
            </a:extLst>
          </p:cNvPr>
          <p:cNvGrpSpPr/>
          <p:nvPr/>
        </p:nvGrpSpPr>
        <p:grpSpPr>
          <a:xfrm>
            <a:off x="1371600" y="2676668"/>
            <a:ext cx="1565399" cy="2088047"/>
            <a:chOff x="2175483" y="3006543"/>
            <a:chExt cx="1565399" cy="2088047"/>
          </a:xfrm>
        </p:grpSpPr>
        <p:sp>
          <p:nvSpPr>
            <p:cNvPr id="84" name="Freeform 9">
              <a:extLst>
                <a:ext uri="{FF2B5EF4-FFF2-40B4-BE49-F238E27FC236}">
                  <a16:creationId xmlns:a16="http://schemas.microsoft.com/office/drawing/2014/main" id="{F0E471F0-15BC-D393-99EF-9DFAB205192A}"/>
                </a:ext>
              </a:extLst>
            </p:cNvPr>
            <p:cNvSpPr>
              <a:spLocks noChangeAspect="1"/>
            </p:cNvSpPr>
            <p:nvPr/>
          </p:nvSpPr>
          <p:spPr>
            <a:xfrm>
              <a:off x="2175483" y="3006543"/>
              <a:ext cx="1565399" cy="1525552"/>
            </a:xfrm>
            <a:custGeom>
              <a:avLst/>
              <a:gdLst/>
              <a:ahLst/>
              <a:cxnLst/>
              <a:rect l="l" t="t" r="r" b="b"/>
              <a:pathLst>
                <a:path w="1565399" h="1525552">
                  <a:moveTo>
                    <a:pt x="0" y="0"/>
                  </a:moveTo>
                  <a:lnTo>
                    <a:pt x="1565399" y="0"/>
                  </a:lnTo>
                  <a:lnTo>
                    <a:pt x="1565399" y="1525552"/>
                  </a:lnTo>
                  <a:lnTo>
                    <a:pt x="0" y="152555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85" name="テキスト ボックス 84">
              <a:extLst>
                <a:ext uri="{FF2B5EF4-FFF2-40B4-BE49-F238E27FC236}">
                  <a16:creationId xmlns:a16="http://schemas.microsoft.com/office/drawing/2014/main" id="{E35AB532-6CFB-F5FC-A5EB-30A00CCE9318}"/>
                </a:ext>
              </a:extLst>
            </p:cNvPr>
            <p:cNvSpPr txBox="1"/>
            <p:nvPr/>
          </p:nvSpPr>
          <p:spPr>
            <a:xfrm>
              <a:off x="2274341" y="4632925"/>
              <a:ext cx="1367682" cy="461665"/>
            </a:xfrm>
            <a:prstGeom prst="rect">
              <a:avLst/>
            </a:prstGeom>
            <a:noFill/>
          </p:spPr>
          <p:txBody>
            <a:bodyPr wrap="none" rtlCol="0">
              <a:spAutoFit/>
            </a:bodyPr>
            <a:lstStyle/>
            <a:p>
              <a:r>
                <a:rPr kumimoji="1" lang="en-US" altLang="ja-JP" sz="2400" b="1" dirty="0" err="1">
                  <a:solidFill>
                    <a:schemeClr val="tx2">
                      <a:lumMod val="75000"/>
                    </a:schemeClr>
                  </a:solidFill>
                  <a:latin typeface="Yu Gothic" panose="020B0400000000000000" pitchFamily="34" charset="-128"/>
                  <a:ea typeface="Yu Gothic" panose="020B0400000000000000" pitchFamily="34" charset="-128"/>
                </a:rPr>
                <a:t>pyaudio</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pic>
        <p:nvPicPr>
          <p:cNvPr id="90" name="グラフィックス 89" descr="レシート 単色塗りつぶし">
            <a:extLst>
              <a:ext uri="{FF2B5EF4-FFF2-40B4-BE49-F238E27FC236}">
                <a16:creationId xmlns:a16="http://schemas.microsoft.com/office/drawing/2014/main" id="{3DDB1DF0-16E5-807C-9C88-C4B5BA17E6A9}"/>
              </a:ext>
            </a:extLst>
          </p:cNvPr>
          <p:cNvPicPr>
            <a:picLocks noChangeAspect="1"/>
          </p:cNvPicPr>
          <p:nvPr/>
        </p:nvPicPr>
        <p:blipFill>
          <a:blip r:embed="rId13">
            <a:extLst>
              <a:ext uri="{96DAC541-7B7A-43D3-8B79-37D633B846F1}">
                <asvg:svgBlip xmlns:asvg="http://schemas.microsoft.com/office/drawing/2016/SVG/main" r:embed="rId17"/>
              </a:ext>
            </a:extLst>
          </a:blip>
          <a:stretch>
            <a:fillRect/>
          </a:stretch>
        </p:blipFill>
        <p:spPr>
          <a:xfrm>
            <a:off x="7716016" y="3704938"/>
            <a:ext cx="654366" cy="654366"/>
          </a:xfrm>
          <a:prstGeom prst="rect">
            <a:avLst/>
          </a:prstGeom>
        </p:spPr>
      </p:pic>
      <p:grpSp>
        <p:nvGrpSpPr>
          <p:cNvPr id="101" name="グループ化 100">
            <a:extLst>
              <a:ext uri="{FF2B5EF4-FFF2-40B4-BE49-F238E27FC236}">
                <a16:creationId xmlns:a16="http://schemas.microsoft.com/office/drawing/2014/main" id="{6A5FA647-1A5B-488E-C666-F9ACCD57D204}"/>
              </a:ext>
            </a:extLst>
          </p:cNvPr>
          <p:cNvGrpSpPr/>
          <p:nvPr/>
        </p:nvGrpSpPr>
        <p:grpSpPr>
          <a:xfrm>
            <a:off x="2451387" y="5716017"/>
            <a:ext cx="2295821" cy="2020223"/>
            <a:chOff x="2637565" y="6122140"/>
            <a:chExt cx="2295821" cy="2020223"/>
          </a:xfrm>
        </p:grpSpPr>
        <p:sp>
          <p:nvSpPr>
            <p:cNvPr id="99" name="Freeform 7">
              <a:extLst>
                <a:ext uri="{FF2B5EF4-FFF2-40B4-BE49-F238E27FC236}">
                  <a16:creationId xmlns:a16="http://schemas.microsoft.com/office/drawing/2014/main" id="{F1B38502-67D3-90B5-2EEB-D2B7833112BE}"/>
                </a:ext>
              </a:extLst>
            </p:cNvPr>
            <p:cNvSpPr/>
            <p:nvPr/>
          </p:nvSpPr>
          <p:spPr>
            <a:xfrm>
              <a:off x="2874802" y="6122140"/>
              <a:ext cx="1821353" cy="1498063"/>
            </a:xfrm>
            <a:custGeom>
              <a:avLst/>
              <a:gdLst/>
              <a:ahLst/>
              <a:cxnLst/>
              <a:rect l="l" t="t" r="r" b="b"/>
              <a:pathLst>
                <a:path w="1821353" h="1498063">
                  <a:moveTo>
                    <a:pt x="0" y="0"/>
                  </a:moveTo>
                  <a:lnTo>
                    <a:pt x="1821353" y="0"/>
                  </a:lnTo>
                  <a:lnTo>
                    <a:pt x="1821353" y="1498063"/>
                  </a:lnTo>
                  <a:lnTo>
                    <a:pt x="0" y="149806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ja-JP" altLang="en-US"/>
            </a:p>
          </p:txBody>
        </p:sp>
        <p:sp>
          <p:nvSpPr>
            <p:cNvPr id="100" name="テキスト ボックス 99">
              <a:extLst>
                <a:ext uri="{FF2B5EF4-FFF2-40B4-BE49-F238E27FC236}">
                  <a16:creationId xmlns:a16="http://schemas.microsoft.com/office/drawing/2014/main" id="{E3A4D875-D6C3-8C72-F96D-9B7E2F031D5D}"/>
                </a:ext>
              </a:extLst>
            </p:cNvPr>
            <p:cNvSpPr txBox="1"/>
            <p:nvPr/>
          </p:nvSpPr>
          <p:spPr>
            <a:xfrm>
              <a:off x="2637565" y="7773031"/>
              <a:ext cx="2295821" cy="369332"/>
            </a:xfrm>
            <a:prstGeom prst="rect">
              <a:avLst/>
            </a:prstGeom>
            <a:noFill/>
          </p:spPr>
          <p:txBody>
            <a:bodyPr wrap="none" rtlCol="0">
              <a:spAutoFit/>
            </a:bodyPr>
            <a:lstStyle/>
            <a:p>
              <a:pPr algn="ctr"/>
              <a:r>
                <a:rPr kumimoji="1" lang="en-US" altLang="ja-JP" b="1" dirty="0">
                  <a:solidFill>
                    <a:schemeClr val="tx2">
                      <a:lumMod val="75000"/>
                    </a:schemeClr>
                  </a:solidFill>
                  <a:latin typeface="Yu Gothic" panose="020B0400000000000000" pitchFamily="34" charset="-128"/>
                  <a:ea typeface="Yu Gothic" panose="020B0400000000000000" pitchFamily="34" charset="-128"/>
                </a:rPr>
                <a:t>Zero-shot-learning</a:t>
              </a:r>
            </a:p>
          </p:txBody>
        </p:sp>
      </p:grpSp>
      <p:cxnSp>
        <p:nvCxnSpPr>
          <p:cNvPr id="102" name="直線矢印コネクタ 101">
            <a:extLst>
              <a:ext uri="{FF2B5EF4-FFF2-40B4-BE49-F238E27FC236}">
                <a16:creationId xmlns:a16="http://schemas.microsoft.com/office/drawing/2014/main" id="{814EFAEE-1A90-3189-7661-39B9BFDED86E}"/>
              </a:ext>
            </a:extLst>
          </p:cNvPr>
          <p:cNvCxnSpPr>
            <a:cxnSpLocks/>
          </p:cNvCxnSpPr>
          <p:nvPr/>
        </p:nvCxnSpPr>
        <p:spPr>
          <a:xfrm>
            <a:off x="8043199" y="6349731"/>
            <a:ext cx="181556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7" name="グラフィックス 106" descr="コメント: ハート 単色塗りつぶし">
            <a:extLst>
              <a:ext uri="{FF2B5EF4-FFF2-40B4-BE49-F238E27FC236}">
                <a16:creationId xmlns:a16="http://schemas.microsoft.com/office/drawing/2014/main" id="{5D9F454B-A186-5E6D-9FA0-5BDB763A4CB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540999" y="5829300"/>
            <a:ext cx="821125" cy="821125"/>
          </a:xfrm>
          <a:prstGeom prst="rect">
            <a:avLst/>
          </a:prstGeom>
        </p:spPr>
      </p:pic>
      <p:grpSp>
        <p:nvGrpSpPr>
          <p:cNvPr id="112" name="グループ化 111">
            <a:extLst>
              <a:ext uri="{FF2B5EF4-FFF2-40B4-BE49-F238E27FC236}">
                <a16:creationId xmlns:a16="http://schemas.microsoft.com/office/drawing/2014/main" id="{286DEAEC-6855-38C0-E126-38922C349D69}"/>
              </a:ext>
            </a:extLst>
          </p:cNvPr>
          <p:cNvGrpSpPr/>
          <p:nvPr/>
        </p:nvGrpSpPr>
        <p:grpSpPr>
          <a:xfrm>
            <a:off x="16611621" y="5841969"/>
            <a:ext cx="1676379" cy="1894271"/>
            <a:chOff x="14518479" y="5789880"/>
            <a:chExt cx="1676379" cy="1894271"/>
          </a:xfrm>
        </p:grpSpPr>
        <p:pic>
          <p:nvPicPr>
            <p:cNvPr id="110" name="グラフィックス 109" descr="男性のプロフィール 枠線">
              <a:extLst>
                <a:ext uri="{FF2B5EF4-FFF2-40B4-BE49-F238E27FC236}">
                  <a16:creationId xmlns:a16="http://schemas.microsoft.com/office/drawing/2014/main" id="{9EB7FD93-38B2-415F-6292-75F7A9ACEFD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4518479" y="5789880"/>
              <a:ext cx="1676379" cy="1676379"/>
            </a:xfrm>
            <a:prstGeom prst="rect">
              <a:avLst/>
            </a:prstGeom>
          </p:spPr>
        </p:pic>
        <p:sp>
          <p:nvSpPr>
            <p:cNvPr id="111" name="テキスト ボックス 110">
              <a:extLst>
                <a:ext uri="{FF2B5EF4-FFF2-40B4-BE49-F238E27FC236}">
                  <a16:creationId xmlns:a16="http://schemas.microsoft.com/office/drawing/2014/main" id="{FECB0108-7782-A526-A9F5-882FB7EAE2DE}"/>
                </a:ext>
              </a:extLst>
            </p:cNvPr>
            <p:cNvSpPr txBox="1"/>
            <p:nvPr/>
          </p:nvSpPr>
          <p:spPr>
            <a:xfrm>
              <a:off x="14648782" y="7222486"/>
              <a:ext cx="1415772" cy="461665"/>
            </a:xfrm>
            <a:prstGeom prst="rect">
              <a:avLst/>
            </a:prstGeom>
            <a:noFill/>
          </p:spPr>
          <p:txBody>
            <a:bodyPr wrap="none" rtlCol="0">
              <a:spAutoFit/>
            </a:bodyPr>
            <a:lstStyle/>
            <a:p>
              <a:r>
                <a:rPr kumimoji="1" lang="ja-JP" altLang="en-US" sz="2400" b="1">
                  <a:solidFill>
                    <a:schemeClr val="tx2">
                      <a:lumMod val="75000"/>
                    </a:schemeClr>
                  </a:solidFill>
                  <a:latin typeface="Yu Gothic" panose="020B0400000000000000" pitchFamily="34" charset="-128"/>
                  <a:ea typeface="Yu Gothic" panose="020B0400000000000000" pitchFamily="34" charset="-128"/>
                </a:rPr>
                <a:t>ユーザー</a:t>
              </a:r>
            </a:p>
          </p:txBody>
        </p:sp>
      </p:grpSp>
      <p:cxnSp>
        <p:nvCxnSpPr>
          <p:cNvPr id="113" name="直線矢印コネクタ 112">
            <a:extLst>
              <a:ext uri="{FF2B5EF4-FFF2-40B4-BE49-F238E27FC236}">
                <a16:creationId xmlns:a16="http://schemas.microsoft.com/office/drawing/2014/main" id="{1EFAB432-0EAC-6A92-7303-A96BC00B0679}"/>
              </a:ext>
            </a:extLst>
          </p:cNvPr>
          <p:cNvCxnSpPr>
            <a:cxnSpLocks/>
          </p:cNvCxnSpPr>
          <p:nvPr/>
        </p:nvCxnSpPr>
        <p:spPr>
          <a:xfrm>
            <a:off x="11264042" y="636861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FA6EE4C0-4C24-2A8A-1F22-0E7B7F3FD176}"/>
              </a:ext>
            </a:extLst>
          </p:cNvPr>
          <p:cNvCxnSpPr>
            <a:cxnSpLocks/>
          </p:cNvCxnSpPr>
          <p:nvPr/>
        </p:nvCxnSpPr>
        <p:spPr>
          <a:xfrm>
            <a:off x="14765669" y="6852919"/>
            <a:ext cx="1554798" cy="0"/>
          </a:xfrm>
          <a:prstGeom prst="straightConnector1">
            <a:avLst/>
          </a:prstGeom>
          <a:ln w="571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9" name="グラフィックス 118" descr="クリップ 単色塗りつぶし">
            <a:extLst>
              <a:ext uri="{FF2B5EF4-FFF2-40B4-BE49-F238E27FC236}">
                <a16:creationId xmlns:a16="http://schemas.microsoft.com/office/drawing/2014/main" id="{8D16AACD-D027-F886-3F15-1517E712B59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302474" y="6571589"/>
            <a:ext cx="624053" cy="624053"/>
          </a:xfrm>
          <a:prstGeom prst="rect">
            <a:avLst/>
          </a:prstGeom>
        </p:spPr>
      </p:pic>
      <p:cxnSp>
        <p:nvCxnSpPr>
          <p:cNvPr id="121" name="直線矢印コネクタ 120">
            <a:extLst>
              <a:ext uri="{FF2B5EF4-FFF2-40B4-BE49-F238E27FC236}">
                <a16:creationId xmlns:a16="http://schemas.microsoft.com/office/drawing/2014/main" id="{919A9735-2C25-9C9B-DE6B-077217B99BC3}"/>
              </a:ext>
            </a:extLst>
          </p:cNvPr>
          <p:cNvCxnSpPr>
            <a:cxnSpLocks/>
          </p:cNvCxnSpPr>
          <p:nvPr/>
        </p:nvCxnSpPr>
        <p:spPr>
          <a:xfrm>
            <a:off x="11264042" y="6915230"/>
            <a:ext cx="1554798" cy="0"/>
          </a:xfrm>
          <a:prstGeom prst="straightConnector1">
            <a:avLst/>
          </a:prstGeom>
          <a:ln w="571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E4D6B706-B2C4-3BC5-1A29-B811A5560EE5}"/>
              </a:ext>
            </a:extLst>
          </p:cNvPr>
          <p:cNvCxnSpPr>
            <a:cxnSpLocks/>
          </p:cNvCxnSpPr>
          <p:nvPr/>
        </p:nvCxnSpPr>
        <p:spPr>
          <a:xfrm>
            <a:off x="14828357" y="634239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7" name="グラフィックス 126" descr="コメント: ハート 単色塗りつぶし">
            <a:extLst>
              <a:ext uri="{FF2B5EF4-FFF2-40B4-BE49-F238E27FC236}">
                <a16:creationId xmlns:a16="http://schemas.microsoft.com/office/drawing/2014/main" id="{8766CA23-A024-E27E-5DF7-177685384DF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654253" y="5848371"/>
            <a:ext cx="821125" cy="821125"/>
          </a:xfrm>
          <a:prstGeom prst="rect">
            <a:avLst/>
          </a:prstGeom>
        </p:spPr>
      </p:pic>
      <p:pic>
        <p:nvPicPr>
          <p:cNvPr id="128" name="グラフィックス 127" descr="コメント: ハート 単色塗りつぶし">
            <a:extLst>
              <a:ext uri="{FF2B5EF4-FFF2-40B4-BE49-F238E27FC236}">
                <a16:creationId xmlns:a16="http://schemas.microsoft.com/office/drawing/2014/main" id="{15906DB7-B281-B083-B171-51F885A82ED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172987" y="5846375"/>
            <a:ext cx="821125" cy="821125"/>
          </a:xfrm>
          <a:prstGeom prst="rect">
            <a:avLst/>
          </a:prstGeom>
        </p:spPr>
      </p:pic>
      <p:cxnSp>
        <p:nvCxnSpPr>
          <p:cNvPr id="129" name="直線矢印コネクタ 128">
            <a:extLst>
              <a:ext uri="{FF2B5EF4-FFF2-40B4-BE49-F238E27FC236}">
                <a16:creationId xmlns:a16="http://schemas.microsoft.com/office/drawing/2014/main" id="{E867FAF8-C1CA-6E72-01AC-3E81273A1F91}"/>
              </a:ext>
            </a:extLst>
          </p:cNvPr>
          <p:cNvCxnSpPr>
            <a:cxnSpLocks/>
            <a:endCxn id="85" idx="2"/>
          </p:cNvCxnSpPr>
          <p:nvPr/>
        </p:nvCxnSpPr>
        <p:spPr>
          <a:xfrm flipV="1">
            <a:off x="2154299" y="4764715"/>
            <a:ext cx="0" cy="441466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線矢印コネクタ 131">
            <a:extLst>
              <a:ext uri="{FF2B5EF4-FFF2-40B4-BE49-F238E27FC236}">
                <a16:creationId xmlns:a16="http://schemas.microsoft.com/office/drawing/2014/main" id="{1742A8C9-9A3E-6FD3-1A96-0D9848E83615}"/>
              </a:ext>
            </a:extLst>
          </p:cNvPr>
          <p:cNvCxnSpPr>
            <a:cxnSpLocks/>
          </p:cNvCxnSpPr>
          <p:nvPr/>
        </p:nvCxnSpPr>
        <p:spPr>
          <a:xfrm flipV="1">
            <a:off x="2133600" y="9179375"/>
            <a:ext cx="15316210" cy="272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482ADA5C-028C-C80E-BEE8-630D0926567B}"/>
              </a:ext>
            </a:extLst>
          </p:cNvPr>
          <p:cNvCxnSpPr>
            <a:cxnSpLocks/>
          </p:cNvCxnSpPr>
          <p:nvPr/>
        </p:nvCxnSpPr>
        <p:spPr>
          <a:xfrm flipH="1">
            <a:off x="17429111" y="7749801"/>
            <a:ext cx="20699" cy="144313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44" name="グラフィックス 143" descr="クリップ 単色塗りつぶし">
            <a:extLst>
              <a:ext uri="{FF2B5EF4-FFF2-40B4-BE49-F238E27FC236}">
                <a16:creationId xmlns:a16="http://schemas.microsoft.com/office/drawing/2014/main" id="{468D9143-F508-A29A-58A7-8E35FDDCFDDD}"/>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814750" y="6665934"/>
            <a:ext cx="624053" cy="624053"/>
          </a:xfrm>
          <a:prstGeom prst="rect">
            <a:avLst/>
          </a:prstGeom>
        </p:spPr>
      </p:pic>
      <p:sp>
        <p:nvSpPr>
          <p:cNvPr id="28" name="角丸四角形 27">
            <a:extLst>
              <a:ext uri="{FF2B5EF4-FFF2-40B4-BE49-F238E27FC236}">
                <a16:creationId xmlns:a16="http://schemas.microsoft.com/office/drawing/2014/main" id="{3C0963C3-BF8F-6863-5EAB-C347A81FC345}"/>
              </a:ext>
            </a:extLst>
          </p:cNvPr>
          <p:cNvSpPr/>
          <p:nvPr/>
        </p:nvSpPr>
        <p:spPr>
          <a:xfrm>
            <a:off x="443701" y="5483029"/>
            <a:ext cx="918672" cy="3546669"/>
          </a:xfrm>
          <a:prstGeom prst="roundRect">
            <a:avLst/>
          </a:prstGeom>
          <a:solidFill>
            <a:srgbClr val="FFE8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データ分析</a:t>
            </a:r>
            <a:endParaRPr kumimoji="1" lang="en-US" altLang="ja-JP" dirty="0">
              <a:solidFill>
                <a:schemeClr val="tx1"/>
              </a:solidFill>
            </a:endParaRPr>
          </a:p>
          <a:p>
            <a:pPr algn="ctr"/>
            <a:r>
              <a:rPr kumimoji="1" lang="en-US" altLang="ja-JP" dirty="0">
                <a:solidFill>
                  <a:schemeClr val="tx1"/>
                </a:solidFill>
              </a:rPr>
              <a:t>to</a:t>
            </a:r>
          </a:p>
          <a:p>
            <a:pPr algn="ctr"/>
            <a:r>
              <a:rPr kumimoji="1" lang="ja-JP" altLang="en-US">
                <a:solidFill>
                  <a:schemeClr val="tx1"/>
                </a:solidFill>
              </a:rPr>
              <a:t>表示</a:t>
            </a:r>
            <a:endParaRPr kumimoji="1" lang="en-US" altLang="ja-JP" dirty="0">
              <a:solidFill>
                <a:schemeClr val="tx1"/>
              </a:solidFill>
            </a:endParaRPr>
          </a:p>
        </p:txBody>
      </p:sp>
      <p:grpSp>
        <p:nvGrpSpPr>
          <p:cNvPr id="24" name="グループ化 23">
            <a:extLst>
              <a:ext uri="{FF2B5EF4-FFF2-40B4-BE49-F238E27FC236}">
                <a16:creationId xmlns:a16="http://schemas.microsoft.com/office/drawing/2014/main" id="{B1F0A999-D676-F98A-0F2E-DB31802B23DD}"/>
              </a:ext>
            </a:extLst>
          </p:cNvPr>
          <p:cNvGrpSpPr/>
          <p:nvPr/>
        </p:nvGrpSpPr>
        <p:grpSpPr>
          <a:xfrm>
            <a:off x="5736610" y="5665364"/>
            <a:ext cx="2492990" cy="2068936"/>
            <a:chOff x="5071589" y="5451656"/>
            <a:chExt cx="2492990" cy="2068936"/>
          </a:xfrm>
        </p:grpSpPr>
        <p:pic>
          <p:nvPicPr>
            <p:cNvPr id="14" name="グラフィックス 13" descr="ダンス 枠線">
              <a:extLst>
                <a:ext uri="{FF2B5EF4-FFF2-40B4-BE49-F238E27FC236}">
                  <a16:creationId xmlns:a16="http://schemas.microsoft.com/office/drawing/2014/main" id="{5337A111-EADE-09AD-5F6A-ABB0A52DA36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366987" y="5451656"/>
              <a:ext cx="1859384" cy="1859384"/>
            </a:xfrm>
            <a:prstGeom prst="rect">
              <a:avLst/>
            </a:prstGeom>
          </p:spPr>
        </p:pic>
        <p:sp>
          <p:nvSpPr>
            <p:cNvPr id="22" name="テキスト ボックス 21">
              <a:extLst>
                <a:ext uri="{FF2B5EF4-FFF2-40B4-BE49-F238E27FC236}">
                  <a16:creationId xmlns:a16="http://schemas.microsoft.com/office/drawing/2014/main" id="{0E9D8035-E70D-F131-A76A-E393B6504B5B}"/>
                </a:ext>
              </a:extLst>
            </p:cNvPr>
            <p:cNvSpPr txBox="1"/>
            <p:nvPr/>
          </p:nvSpPr>
          <p:spPr>
            <a:xfrm>
              <a:off x="5071589" y="7120482"/>
              <a:ext cx="2492990" cy="400110"/>
            </a:xfrm>
            <a:prstGeom prst="rect">
              <a:avLst/>
            </a:prstGeom>
            <a:noFill/>
          </p:spPr>
          <p:txBody>
            <a:bodyPr wrap="none" rtlCol="0">
              <a:spAutoFit/>
            </a:bodyPr>
            <a:lstStyle/>
            <a:p>
              <a:pPr algn="ctr"/>
              <a:r>
                <a:rPr kumimoji="1" lang="ja-JP" altLang="en-US" sz="2000" b="1">
                  <a:solidFill>
                    <a:schemeClr val="tx2">
                      <a:lumMod val="75000"/>
                    </a:schemeClr>
                  </a:solidFill>
                  <a:latin typeface="Yu Gothic" panose="020B0400000000000000" pitchFamily="34" charset="-128"/>
                  <a:ea typeface="Yu Gothic" panose="020B0400000000000000" pitchFamily="34" charset="-128"/>
                </a:rPr>
                <a:t>マッチングシステム</a:t>
              </a:r>
            </a:p>
          </p:txBody>
        </p:sp>
      </p:grpSp>
      <p:cxnSp>
        <p:nvCxnSpPr>
          <p:cNvPr id="47" name="直線矢印コネクタ 46">
            <a:extLst>
              <a:ext uri="{FF2B5EF4-FFF2-40B4-BE49-F238E27FC236}">
                <a16:creationId xmlns:a16="http://schemas.microsoft.com/office/drawing/2014/main" id="{A44E382E-FB19-69DF-CA12-800455406E3E}"/>
              </a:ext>
            </a:extLst>
          </p:cNvPr>
          <p:cNvCxnSpPr>
            <a:cxnSpLocks/>
          </p:cNvCxnSpPr>
          <p:nvPr/>
        </p:nvCxnSpPr>
        <p:spPr>
          <a:xfrm>
            <a:off x="4541094" y="6349731"/>
            <a:ext cx="125035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グラフィックス 49" descr="アドレス帳 単色塗りつぶし">
            <a:extLst>
              <a:ext uri="{FF2B5EF4-FFF2-40B4-BE49-F238E27FC236}">
                <a16:creationId xmlns:a16="http://schemas.microsoft.com/office/drawing/2014/main" id="{33873C44-15C1-6698-10A2-E24E2A9AE142}"/>
              </a:ext>
            </a:extLst>
          </p:cNvPr>
          <p:cNvPicPr>
            <a:picLocks noChangeAspect="1"/>
          </p:cNvPicPr>
          <p:nvPr/>
        </p:nvPicPr>
        <p:blipFill>
          <a:blip r:embed="rId28">
            <a:extLst>
              <a:ext uri="{96DAC541-7B7A-43D3-8B79-37D633B846F1}">
                <asvg:svgBlip xmlns:asvg="http://schemas.microsoft.com/office/drawing/2016/SVG/main" r:embed="rId29"/>
              </a:ext>
            </a:extLst>
          </a:blip>
          <a:srcRect/>
          <a:stretch/>
        </p:blipFill>
        <p:spPr>
          <a:xfrm>
            <a:off x="4723203" y="5945274"/>
            <a:ext cx="821125" cy="821125"/>
          </a:xfrm>
          <a:prstGeom prst="rect">
            <a:avLst/>
          </a:prstGeom>
        </p:spPr>
      </p:pic>
      <p:grpSp>
        <p:nvGrpSpPr>
          <p:cNvPr id="53" name="グループ化 52">
            <a:extLst>
              <a:ext uri="{FF2B5EF4-FFF2-40B4-BE49-F238E27FC236}">
                <a16:creationId xmlns:a16="http://schemas.microsoft.com/office/drawing/2014/main" id="{DDAE9171-9EBD-BEB5-9AC6-F084E6188E73}"/>
              </a:ext>
            </a:extLst>
          </p:cNvPr>
          <p:cNvGrpSpPr/>
          <p:nvPr/>
        </p:nvGrpSpPr>
        <p:grpSpPr>
          <a:xfrm>
            <a:off x="13401661" y="1988751"/>
            <a:ext cx="4552419" cy="2812676"/>
            <a:chOff x="13447104" y="1589979"/>
            <a:chExt cx="4552419" cy="2812676"/>
          </a:xfrm>
        </p:grpSpPr>
        <p:sp>
          <p:nvSpPr>
            <p:cNvPr id="146" name="正方形/長方形 145">
              <a:extLst>
                <a:ext uri="{FF2B5EF4-FFF2-40B4-BE49-F238E27FC236}">
                  <a16:creationId xmlns:a16="http://schemas.microsoft.com/office/drawing/2014/main" id="{ED9187B3-D2E5-B3A8-2BB1-263DDA6CB94C}"/>
                </a:ext>
              </a:extLst>
            </p:cNvPr>
            <p:cNvSpPr/>
            <p:nvPr/>
          </p:nvSpPr>
          <p:spPr>
            <a:xfrm>
              <a:off x="13447104" y="1589979"/>
              <a:ext cx="4552419" cy="2812676"/>
            </a:xfrm>
            <a:prstGeom prst="rect">
              <a:avLst/>
            </a:prstGeom>
            <a:solidFill>
              <a:schemeClr val="accent3">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8B37BCC3-E2AA-7B23-B805-3352D7138DC4}"/>
                </a:ext>
              </a:extLst>
            </p:cNvPr>
            <p:cNvSpPr txBox="1"/>
            <p:nvPr/>
          </p:nvSpPr>
          <p:spPr>
            <a:xfrm>
              <a:off x="14413095" y="1748998"/>
              <a:ext cx="2031325" cy="2585323"/>
            </a:xfrm>
            <a:prstGeom prst="rect">
              <a:avLst/>
            </a:prstGeom>
            <a:noFill/>
          </p:spPr>
          <p:txBody>
            <a:bodyPr wrap="none" rtlCol="0">
              <a:spAutoFit/>
            </a:bodyPr>
            <a:lstStyle/>
            <a:p>
              <a:r>
                <a:rPr kumimoji="1" lang="ja-JP" altLang="en-US" b="1">
                  <a:solidFill>
                    <a:schemeClr val="accent5">
                      <a:lumMod val="50000"/>
                    </a:schemeClr>
                  </a:solidFill>
                  <a:latin typeface="Yu Gothic" panose="020B0400000000000000" pitchFamily="34" charset="-128"/>
                  <a:ea typeface="Yu Gothic" panose="020B0400000000000000" pitchFamily="34" charset="-128"/>
                </a:rPr>
                <a:t>：音声データ</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：文字データ</a:t>
              </a: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：ラベル</a:t>
              </a:r>
              <a:r>
                <a:rPr kumimoji="1" lang="en-US" altLang="ja-JP" b="1" dirty="0">
                  <a:solidFill>
                    <a:schemeClr val="accent5">
                      <a:lumMod val="50000"/>
                    </a:schemeClr>
                  </a:solidFill>
                  <a:latin typeface="Yu Gothic" panose="020B0400000000000000" pitchFamily="34" charset="-128"/>
                  <a:ea typeface="Yu Gothic" panose="020B0400000000000000" pitchFamily="34" charset="-128"/>
                </a:rPr>
                <a:t>/</a:t>
              </a:r>
              <a:r>
                <a:rPr kumimoji="1" lang="ja-JP" altLang="en-US" b="1">
                  <a:solidFill>
                    <a:schemeClr val="accent5">
                      <a:lumMod val="50000"/>
                    </a:schemeClr>
                  </a:solidFill>
                  <a:latin typeface="Yu Gothic" panose="020B0400000000000000" pitchFamily="34" charset="-128"/>
                  <a:ea typeface="Yu Gothic" panose="020B0400000000000000" pitchFamily="34" charset="-128"/>
                </a:rPr>
                <a:t>スコア</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：マッチング結果</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：プロフィール</a:t>
              </a:r>
            </a:p>
          </p:txBody>
        </p:sp>
        <p:pic>
          <p:nvPicPr>
            <p:cNvPr id="139" name="グラフィックス 138" descr="音符 単色塗りつぶし">
              <a:extLst>
                <a:ext uri="{FF2B5EF4-FFF2-40B4-BE49-F238E27FC236}">
                  <a16:creationId xmlns:a16="http://schemas.microsoft.com/office/drawing/2014/main" id="{E063E242-DAE0-A90D-3849-306A688627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782048" y="1639283"/>
              <a:ext cx="532417" cy="532417"/>
            </a:xfrm>
            <a:prstGeom prst="rect">
              <a:avLst/>
            </a:prstGeom>
          </p:spPr>
        </p:pic>
        <p:pic>
          <p:nvPicPr>
            <p:cNvPr id="141" name="グラフィックス 140" descr="レシート 単色塗りつぶし">
              <a:extLst>
                <a:ext uri="{FF2B5EF4-FFF2-40B4-BE49-F238E27FC236}">
                  <a16:creationId xmlns:a16="http://schemas.microsoft.com/office/drawing/2014/main" id="{B2CE6384-A4A7-7424-2BA9-7DC661C539F7}"/>
                </a:ext>
              </a:extLst>
            </p:cNvPr>
            <p:cNvPicPr>
              <a:picLocks noChangeAspect="1"/>
            </p:cNvPicPr>
            <p:nvPr/>
          </p:nvPicPr>
          <p:blipFill>
            <a:blip r:embed="rId13">
              <a:extLst>
                <a:ext uri="{96DAC541-7B7A-43D3-8B79-37D633B846F1}">
                  <asvg:svgBlip xmlns:asvg="http://schemas.microsoft.com/office/drawing/2016/SVG/main" r:embed="rId30"/>
                </a:ext>
              </a:extLst>
            </a:blip>
            <a:stretch>
              <a:fillRect/>
            </a:stretch>
          </p:blipFill>
          <p:spPr>
            <a:xfrm>
              <a:off x="13782048" y="2171700"/>
              <a:ext cx="532416" cy="532416"/>
            </a:xfrm>
            <a:prstGeom prst="rect">
              <a:avLst/>
            </a:prstGeom>
          </p:spPr>
        </p:pic>
        <p:pic>
          <p:nvPicPr>
            <p:cNvPr id="142" name="グラフィックス 141" descr="コメント: ハート 単色塗りつぶし">
              <a:extLst>
                <a:ext uri="{FF2B5EF4-FFF2-40B4-BE49-F238E27FC236}">
                  <a16:creationId xmlns:a16="http://schemas.microsoft.com/office/drawing/2014/main" id="{59090B78-A23D-F199-5C34-E36973E44664}"/>
                </a:ext>
              </a:extLst>
            </p:cNvPr>
            <p:cNvPicPr>
              <a:picLocks noChangeAspect="1"/>
            </p:cNvPicPr>
            <p:nvPr/>
          </p:nvPicPr>
          <p:blipFill>
            <a:blip r:embed="rId20">
              <a:extLst>
                <a:ext uri="{96DAC541-7B7A-43D3-8B79-37D633B846F1}">
                  <asvg:svgBlip xmlns:asvg="http://schemas.microsoft.com/office/drawing/2016/SVG/main" r:embed="rId31"/>
                </a:ext>
              </a:extLst>
            </a:blip>
            <a:stretch>
              <a:fillRect/>
            </a:stretch>
          </p:blipFill>
          <p:spPr>
            <a:xfrm>
              <a:off x="13735337" y="3313465"/>
              <a:ext cx="610835" cy="610835"/>
            </a:xfrm>
            <a:prstGeom prst="rect">
              <a:avLst/>
            </a:prstGeom>
          </p:spPr>
        </p:pic>
        <p:pic>
          <p:nvPicPr>
            <p:cNvPr id="145" name="グラフィックス 144" descr="クリップ 単色塗りつぶし">
              <a:extLst>
                <a:ext uri="{FF2B5EF4-FFF2-40B4-BE49-F238E27FC236}">
                  <a16:creationId xmlns:a16="http://schemas.microsoft.com/office/drawing/2014/main" id="{D594FF29-17A2-0317-3BC0-E7349055C37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3746915" y="3790100"/>
              <a:ext cx="591400" cy="591400"/>
            </a:xfrm>
            <a:prstGeom prst="rect">
              <a:avLst/>
            </a:prstGeom>
          </p:spPr>
        </p:pic>
        <p:pic>
          <p:nvPicPr>
            <p:cNvPr id="52" name="グラフィックス 51" descr="アドレス帳 単色塗りつぶし">
              <a:extLst>
                <a:ext uri="{FF2B5EF4-FFF2-40B4-BE49-F238E27FC236}">
                  <a16:creationId xmlns:a16="http://schemas.microsoft.com/office/drawing/2014/main" id="{F2584802-E253-112B-F09B-452BE3F6BF27}"/>
                </a:ext>
              </a:extLst>
            </p:cNvPr>
            <p:cNvPicPr>
              <a:picLocks noChangeAspect="1"/>
            </p:cNvPicPr>
            <p:nvPr/>
          </p:nvPicPr>
          <p:blipFill>
            <a:blip r:embed="rId28">
              <a:extLst>
                <a:ext uri="{96DAC541-7B7A-43D3-8B79-37D633B846F1}">
                  <asvg:svgBlip xmlns:asvg="http://schemas.microsoft.com/office/drawing/2016/SVG/main" r:embed="rId29"/>
                </a:ext>
              </a:extLst>
            </a:blip>
            <a:srcRect/>
            <a:stretch/>
          </p:blipFill>
          <p:spPr>
            <a:xfrm>
              <a:off x="13709214" y="2702049"/>
              <a:ext cx="689254" cy="689254"/>
            </a:xfrm>
            <a:prstGeom prst="rect">
              <a:avLst/>
            </a:prstGeom>
          </p:spPr>
        </p:pic>
      </p:grpSp>
      <p:cxnSp>
        <p:nvCxnSpPr>
          <p:cNvPr id="57" name="直線矢印コネクタ 56">
            <a:extLst>
              <a:ext uri="{FF2B5EF4-FFF2-40B4-BE49-F238E27FC236}">
                <a16:creationId xmlns:a16="http://schemas.microsoft.com/office/drawing/2014/main" id="{3E519E46-DC0C-2661-6EB3-BCB93C8CB9BF}"/>
              </a:ext>
            </a:extLst>
          </p:cNvPr>
          <p:cNvCxnSpPr>
            <a:cxnSpLocks/>
          </p:cNvCxnSpPr>
          <p:nvPr/>
        </p:nvCxnSpPr>
        <p:spPr>
          <a:xfrm flipV="1">
            <a:off x="10508942" y="7642562"/>
            <a:ext cx="0" cy="609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F8127752-690E-CE4C-4043-8C1212A0956B}"/>
              </a:ext>
            </a:extLst>
          </p:cNvPr>
          <p:cNvCxnSpPr>
            <a:cxnSpLocks/>
          </p:cNvCxnSpPr>
          <p:nvPr/>
        </p:nvCxnSpPr>
        <p:spPr>
          <a:xfrm>
            <a:off x="3579546" y="8231256"/>
            <a:ext cx="6915365" cy="8454"/>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BB24FFE4-414D-F16B-FCA9-20913FA04BF0}"/>
              </a:ext>
            </a:extLst>
          </p:cNvPr>
          <p:cNvCxnSpPr>
            <a:cxnSpLocks/>
            <a:endCxn id="100" idx="2"/>
          </p:cNvCxnSpPr>
          <p:nvPr/>
        </p:nvCxnSpPr>
        <p:spPr>
          <a:xfrm flipV="1">
            <a:off x="3599297" y="7736240"/>
            <a:ext cx="1" cy="50347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8" name="グラフィックス 67" descr="アドレス帳 単色塗りつぶし">
            <a:extLst>
              <a:ext uri="{FF2B5EF4-FFF2-40B4-BE49-F238E27FC236}">
                <a16:creationId xmlns:a16="http://schemas.microsoft.com/office/drawing/2014/main" id="{85FC96DD-68F1-8027-077F-90D0F91CA722}"/>
              </a:ext>
            </a:extLst>
          </p:cNvPr>
          <p:cNvPicPr>
            <a:picLocks noChangeAspect="1"/>
          </p:cNvPicPr>
          <p:nvPr/>
        </p:nvPicPr>
        <p:blipFill>
          <a:blip r:embed="rId28">
            <a:extLst>
              <a:ext uri="{96DAC541-7B7A-43D3-8B79-37D633B846F1}">
                <asvg:svgBlip xmlns:asvg="http://schemas.microsoft.com/office/drawing/2016/SVG/main" r:embed="rId29"/>
              </a:ext>
            </a:extLst>
          </a:blip>
          <a:srcRect/>
          <a:stretch/>
        </p:blipFill>
        <p:spPr>
          <a:xfrm>
            <a:off x="6499318" y="7796687"/>
            <a:ext cx="821125" cy="821125"/>
          </a:xfrm>
          <a:prstGeom prst="rect">
            <a:avLst/>
          </a:prstGeom>
        </p:spPr>
      </p:pic>
      <p:cxnSp>
        <p:nvCxnSpPr>
          <p:cNvPr id="5" name="直線矢印コネクタ 4">
            <a:extLst>
              <a:ext uri="{FF2B5EF4-FFF2-40B4-BE49-F238E27FC236}">
                <a16:creationId xmlns:a16="http://schemas.microsoft.com/office/drawing/2014/main" id="{D1C879E5-5EB4-C5A4-6171-B6424ADC1EB8}"/>
              </a:ext>
            </a:extLst>
          </p:cNvPr>
          <p:cNvCxnSpPr>
            <a:cxnSpLocks/>
          </p:cNvCxnSpPr>
          <p:nvPr/>
        </p:nvCxnSpPr>
        <p:spPr>
          <a:xfrm>
            <a:off x="3697647" y="3984468"/>
            <a:ext cx="0" cy="19411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C68C08D0-04A1-8B75-86C9-3645B594535E}"/>
              </a:ext>
            </a:extLst>
          </p:cNvPr>
          <p:cNvCxnSpPr>
            <a:cxnSpLocks/>
          </p:cNvCxnSpPr>
          <p:nvPr/>
        </p:nvCxnSpPr>
        <p:spPr>
          <a:xfrm>
            <a:off x="3697647" y="4000500"/>
            <a:ext cx="1959034"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7" name="グラフィックス 96" descr="レシート 単色塗りつぶし">
            <a:extLst>
              <a:ext uri="{FF2B5EF4-FFF2-40B4-BE49-F238E27FC236}">
                <a16:creationId xmlns:a16="http://schemas.microsoft.com/office/drawing/2014/main" id="{A7D50072-8D0D-195B-5995-DC90FA915F4B}"/>
              </a:ext>
            </a:extLst>
          </p:cNvPr>
          <p:cNvPicPr>
            <a:picLocks noChangeAspect="1"/>
          </p:cNvPicPr>
          <p:nvPr/>
        </p:nvPicPr>
        <p:blipFill>
          <a:blip r:embed="rId13">
            <a:extLst>
              <a:ext uri="{96DAC541-7B7A-43D3-8B79-37D633B846F1}">
                <asvg:svgBlip xmlns:asvg="http://schemas.microsoft.com/office/drawing/2016/SVG/main" r:embed="rId17"/>
              </a:ext>
            </a:extLst>
          </a:blip>
          <a:stretch>
            <a:fillRect/>
          </a:stretch>
        </p:blipFill>
        <p:spPr>
          <a:xfrm>
            <a:off x="3348339" y="4754339"/>
            <a:ext cx="654366" cy="654366"/>
          </a:xfrm>
          <a:prstGeom prst="rect">
            <a:avLst/>
          </a:prstGeom>
        </p:spPr>
      </p:pic>
      <p:sp>
        <p:nvSpPr>
          <p:cNvPr id="20" name="テキスト ボックス 19">
            <a:extLst>
              <a:ext uri="{FF2B5EF4-FFF2-40B4-BE49-F238E27FC236}">
                <a16:creationId xmlns:a16="http://schemas.microsoft.com/office/drawing/2014/main" id="{4201AC9B-10CA-E39A-7DA7-079DD844C505}"/>
              </a:ext>
            </a:extLst>
          </p:cNvPr>
          <p:cNvSpPr txBox="1"/>
          <p:nvPr/>
        </p:nvSpPr>
        <p:spPr>
          <a:xfrm>
            <a:off x="7852620" y="190005"/>
            <a:ext cx="2582759" cy="584775"/>
          </a:xfrm>
          <a:prstGeom prst="rect">
            <a:avLst/>
          </a:prstGeom>
          <a:noFill/>
        </p:spPr>
        <p:txBody>
          <a:bodyPr wrap="none" rtlCol="0">
            <a:spAutoFit/>
          </a:bodyPr>
          <a:lstStyle/>
          <a:p>
            <a:pPr algn="ctr"/>
            <a:r>
              <a:rPr kumimoji="1" lang="ja-JP" altLang="en-US" sz="3200" b="1" u="sng">
                <a:solidFill>
                  <a:schemeClr val="accent6">
                    <a:lumMod val="75000"/>
                  </a:schemeClr>
                </a:solidFill>
              </a:rPr>
              <a:t>サービス全体</a:t>
            </a:r>
          </a:p>
        </p:txBody>
      </p:sp>
    </p:spTree>
    <p:extLst>
      <p:ext uri="{BB962C8B-B14F-4D97-AF65-F5344CB8AC3E}">
        <p14:creationId xmlns:p14="http://schemas.microsoft.com/office/powerpoint/2010/main" val="2704687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2DEEC-95EB-AED2-B97C-80DA0EFAB254}"/>
            </a:ext>
          </a:extLst>
        </p:cNvPr>
        <p:cNvGrpSpPr/>
        <p:nvPr/>
      </p:nvGrpSpPr>
      <p:grpSpPr>
        <a:xfrm>
          <a:off x="0" y="0"/>
          <a:ext cx="0" cy="0"/>
          <a:chOff x="0" y="0"/>
          <a:chExt cx="0" cy="0"/>
        </a:xfrm>
      </p:grpSpPr>
      <p:sp>
        <p:nvSpPr>
          <p:cNvPr id="10" name="角丸四角形 9">
            <a:extLst>
              <a:ext uri="{FF2B5EF4-FFF2-40B4-BE49-F238E27FC236}">
                <a16:creationId xmlns:a16="http://schemas.microsoft.com/office/drawing/2014/main" id="{3ED9B99D-3575-2E13-E072-080CDA6B87B6}"/>
              </a:ext>
            </a:extLst>
          </p:cNvPr>
          <p:cNvSpPr/>
          <p:nvPr/>
        </p:nvSpPr>
        <p:spPr>
          <a:xfrm>
            <a:off x="393598" y="2420830"/>
            <a:ext cx="918672" cy="2722668"/>
          </a:xfrm>
          <a:prstGeom prst="roundRect">
            <a:avLst/>
          </a:prstGeom>
          <a:solidFill>
            <a:srgbClr val="EC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lumMod val="85000"/>
                  </a:schemeClr>
                </a:solidFill>
              </a:rPr>
              <a:t>音声</a:t>
            </a:r>
            <a:endParaRPr kumimoji="1" lang="en-US" altLang="ja-JP" dirty="0">
              <a:solidFill>
                <a:schemeClr val="bg1">
                  <a:lumMod val="85000"/>
                </a:schemeClr>
              </a:solidFill>
            </a:endParaRPr>
          </a:p>
          <a:p>
            <a:pPr algn="ctr"/>
            <a:r>
              <a:rPr kumimoji="1" lang="en-US" altLang="ja-JP" dirty="0">
                <a:solidFill>
                  <a:schemeClr val="bg1">
                    <a:lumMod val="85000"/>
                  </a:schemeClr>
                </a:solidFill>
              </a:rPr>
              <a:t>to</a:t>
            </a:r>
          </a:p>
          <a:p>
            <a:pPr algn="ctr"/>
            <a:r>
              <a:rPr kumimoji="1" lang="ja-JP" altLang="en-US">
                <a:solidFill>
                  <a:schemeClr val="bg1">
                    <a:lumMod val="85000"/>
                  </a:schemeClr>
                </a:solidFill>
              </a:rPr>
              <a:t>文字起こし</a:t>
            </a:r>
          </a:p>
        </p:txBody>
      </p:sp>
      <p:sp>
        <p:nvSpPr>
          <p:cNvPr id="2" name="AutoShape 2">
            <a:extLst>
              <a:ext uri="{FF2B5EF4-FFF2-40B4-BE49-F238E27FC236}">
                <a16:creationId xmlns:a16="http://schemas.microsoft.com/office/drawing/2014/main" id="{4A851EBA-5D29-AA96-A46D-8D44016DA821}"/>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B5E89793-A9EA-8CD3-D86D-45980177BD97}"/>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0BA80A2F-D096-8646-DD2C-B56DECCFB544}"/>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7AE9EF88-68AC-677F-431B-62D9B22034AA}"/>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AD903821-7491-F527-F2A9-56A4B7C92505}"/>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5644A2CA-74D0-6EFC-33AB-C459F7623ED3}"/>
              </a:ext>
            </a:extLst>
          </p:cNvPr>
          <p:cNvSpPr txBox="1"/>
          <p:nvPr/>
        </p:nvSpPr>
        <p:spPr>
          <a:xfrm>
            <a:off x="2949343" y="1371153"/>
            <a:ext cx="14309957" cy="596900"/>
          </a:xfrm>
          <a:prstGeom prst="rect">
            <a:avLst/>
          </a:prstGeom>
        </p:spPr>
        <p:txBody>
          <a:bodyPr lIns="0" tIns="0" rIns="0" bIns="0" rtlCol="0" anchor="t">
            <a:spAutoFit/>
          </a:bodyPr>
          <a:lstStyle/>
          <a:p>
            <a:pPr algn="l">
              <a:lnSpc>
                <a:spcPts val="4900"/>
              </a:lnSpc>
            </a:pPr>
            <a:r>
              <a:rPr lang="en-US"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ローカル環境でのサービスに必要な技術要素</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B382F5FD-1782-63D5-7261-A90F888869EE}"/>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a:solidFill>
                  <a:srgbClr val="FAFAFA"/>
                </a:solidFill>
                <a:latin typeface="Yu Gothic" panose="020B0400000000000000" pitchFamily="34" charset="-128"/>
                <a:ea typeface="Yu Gothic" panose="020B0400000000000000" pitchFamily="34" charset="-128"/>
                <a:cs typeface="Open Sans Bold"/>
                <a:sym typeface="Open Sans Bold"/>
              </a:rPr>
              <a:t>01</a:t>
            </a:r>
          </a:p>
        </p:txBody>
      </p:sp>
      <p:grpSp>
        <p:nvGrpSpPr>
          <p:cNvPr id="29" name="グループ化 28">
            <a:extLst>
              <a:ext uri="{FF2B5EF4-FFF2-40B4-BE49-F238E27FC236}">
                <a16:creationId xmlns:a16="http://schemas.microsoft.com/office/drawing/2014/main" id="{EBE5A021-C321-A951-FD11-778DFB6E12E9}"/>
              </a:ext>
            </a:extLst>
          </p:cNvPr>
          <p:cNvGrpSpPr/>
          <p:nvPr/>
        </p:nvGrpSpPr>
        <p:grpSpPr>
          <a:xfrm>
            <a:off x="4897196" y="2683594"/>
            <a:ext cx="1855186" cy="2078502"/>
            <a:chOff x="7213805" y="3006543"/>
            <a:chExt cx="1855186" cy="2078502"/>
          </a:xfrm>
        </p:grpSpPr>
        <p:sp>
          <p:nvSpPr>
            <p:cNvPr id="17" name="Freeform 22">
              <a:extLst>
                <a:ext uri="{FF2B5EF4-FFF2-40B4-BE49-F238E27FC236}">
                  <a16:creationId xmlns:a16="http://schemas.microsoft.com/office/drawing/2014/main" id="{43FCE5D7-7E42-30C7-2AAF-C76A8EC2BE37}"/>
                </a:ext>
              </a:extLst>
            </p:cNvPr>
            <p:cNvSpPr>
              <a:spLocks noChangeAspect="1"/>
            </p:cNvSpPr>
            <p:nvPr/>
          </p:nvSpPr>
          <p:spPr>
            <a:xfrm>
              <a:off x="7213805" y="3006543"/>
              <a:ext cx="1855186" cy="1498063"/>
            </a:xfrm>
            <a:custGeom>
              <a:avLst/>
              <a:gdLst/>
              <a:ahLst/>
              <a:cxnLst/>
              <a:rect l="l" t="t" r="r" b="b"/>
              <a:pathLst>
                <a:path w="1855186" h="1498063">
                  <a:moveTo>
                    <a:pt x="0" y="0"/>
                  </a:moveTo>
                  <a:lnTo>
                    <a:pt x="1855187" y="0"/>
                  </a:lnTo>
                  <a:lnTo>
                    <a:pt x="1855187" y="1498063"/>
                  </a:lnTo>
                  <a:lnTo>
                    <a:pt x="0" y="14980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604DDA72-0BF2-BE2B-1678-128A8CE1404B}"/>
                </a:ext>
              </a:extLst>
            </p:cNvPr>
            <p:cNvSpPr txBox="1"/>
            <p:nvPr/>
          </p:nvSpPr>
          <p:spPr>
            <a:xfrm>
              <a:off x="7723275" y="4623380"/>
              <a:ext cx="845103" cy="461665"/>
            </a:xfrm>
            <a:prstGeom prst="rect">
              <a:avLst/>
            </a:prstGeom>
            <a:noFill/>
          </p:spPr>
          <p:txBody>
            <a:bodyPr wrap="none" rtlCol="0">
              <a:spAutoFit/>
            </a:bodyPr>
            <a:lstStyle/>
            <a:p>
              <a:r>
                <a:rPr kumimoji="1" lang="en-US" altLang="ja-JP" sz="2400" b="1" dirty="0">
                  <a:solidFill>
                    <a:schemeClr val="bg1">
                      <a:lumMod val="85000"/>
                    </a:schemeClr>
                  </a:solidFill>
                  <a:latin typeface="Yu Gothic" panose="020B0400000000000000" pitchFamily="34" charset="-128"/>
                  <a:ea typeface="Yu Gothic" panose="020B0400000000000000" pitchFamily="34" charset="-128"/>
                </a:rPr>
                <a:t>GCS</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30" name="グループ化 29">
            <a:extLst>
              <a:ext uri="{FF2B5EF4-FFF2-40B4-BE49-F238E27FC236}">
                <a16:creationId xmlns:a16="http://schemas.microsoft.com/office/drawing/2014/main" id="{8EF846D8-7EE7-6FE4-E070-EEB354BF462B}"/>
              </a:ext>
            </a:extLst>
          </p:cNvPr>
          <p:cNvGrpSpPr/>
          <p:nvPr/>
        </p:nvGrpSpPr>
        <p:grpSpPr>
          <a:xfrm>
            <a:off x="9003837" y="2706732"/>
            <a:ext cx="2529860" cy="2055363"/>
            <a:chOff x="11486205" y="3006543"/>
            <a:chExt cx="2529860" cy="2055363"/>
          </a:xfrm>
        </p:grpSpPr>
        <p:sp>
          <p:nvSpPr>
            <p:cNvPr id="18" name="Freeform 11">
              <a:extLst>
                <a:ext uri="{FF2B5EF4-FFF2-40B4-BE49-F238E27FC236}">
                  <a16:creationId xmlns:a16="http://schemas.microsoft.com/office/drawing/2014/main" id="{2A5D95E6-72AD-A071-4F13-493FA993B8D9}"/>
                </a:ext>
              </a:extLst>
            </p:cNvPr>
            <p:cNvSpPr>
              <a:spLocks noChangeAspect="1"/>
            </p:cNvSpPr>
            <p:nvPr/>
          </p:nvSpPr>
          <p:spPr>
            <a:xfrm>
              <a:off x="11990296" y="3006543"/>
              <a:ext cx="1521679" cy="1480179"/>
            </a:xfrm>
            <a:custGeom>
              <a:avLst/>
              <a:gdLst/>
              <a:ahLst/>
              <a:cxnLst/>
              <a:rect l="l" t="t" r="r" b="b"/>
              <a:pathLst>
                <a:path w="1521679" h="1480179">
                  <a:moveTo>
                    <a:pt x="0" y="0"/>
                  </a:moveTo>
                  <a:lnTo>
                    <a:pt x="1521679" y="0"/>
                  </a:lnTo>
                  <a:lnTo>
                    <a:pt x="1521679" y="1480179"/>
                  </a:lnTo>
                  <a:lnTo>
                    <a:pt x="0" y="14801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26" name="テキスト ボックス 25">
              <a:extLst>
                <a:ext uri="{FF2B5EF4-FFF2-40B4-BE49-F238E27FC236}">
                  <a16:creationId xmlns:a16="http://schemas.microsoft.com/office/drawing/2014/main" id="{A92B4F6F-84CF-06C1-48CE-D78008ACAE2B}"/>
                </a:ext>
              </a:extLst>
            </p:cNvPr>
            <p:cNvSpPr txBox="1"/>
            <p:nvPr/>
          </p:nvSpPr>
          <p:spPr>
            <a:xfrm>
              <a:off x="11486205" y="4600241"/>
              <a:ext cx="2529860" cy="461665"/>
            </a:xfrm>
            <a:prstGeom prst="rect">
              <a:avLst/>
            </a:prstGeom>
            <a:noFill/>
          </p:spPr>
          <p:txBody>
            <a:bodyPr wrap="none" rtlCol="0">
              <a:spAutoFit/>
            </a:bodyPr>
            <a:lstStyle/>
            <a:p>
              <a:r>
                <a:rPr kumimoji="1" lang="en-US" altLang="ja-JP" sz="2400" b="1" dirty="0">
                  <a:solidFill>
                    <a:schemeClr val="bg1">
                      <a:lumMod val="85000"/>
                    </a:schemeClr>
                  </a:solidFill>
                  <a:latin typeface="Yu Gothic" panose="020B0400000000000000" pitchFamily="34" charset="-128"/>
                  <a:ea typeface="Yu Gothic" panose="020B0400000000000000" pitchFamily="34" charset="-128"/>
                </a:rPr>
                <a:t>Speech-to-Text</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34" name="グループ化 33">
            <a:extLst>
              <a:ext uri="{FF2B5EF4-FFF2-40B4-BE49-F238E27FC236}">
                <a16:creationId xmlns:a16="http://schemas.microsoft.com/office/drawing/2014/main" id="{F0CD6E69-8501-6B50-3C7A-B0E31E7B67C2}"/>
              </a:ext>
            </a:extLst>
          </p:cNvPr>
          <p:cNvGrpSpPr/>
          <p:nvPr/>
        </p:nvGrpSpPr>
        <p:grpSpPr>
          <a:xfrm>
            <a:off x="13260890" y="5960771"/>
            <a:ext cx="1339002" cy="1775469"/>
            <a:chOff x="2256509" y="6734974"/>
            <a:chExt cx="1339002" cy="1775469"/>
          </a:xfrm>
        </p:grpSpPr>
        <p:sp>
          <p:nvSpPr>
            <p:cNvPr id="19" name="Freeform 21">
              <a:extLst>
                <a:ext uri="{FF2B5EF4-FFF2-40B4-BE49-F238E27FC236}">
                  <a16:creationId xmlns:a16="http://schemas.microsoft.com/office/drawing/2014/main" id="{04636777-0B26-E67D-A54E-D3DEC3E31EC4}"/>
                </a:ext>
              </a:extLst>
            </p:cNvPr>
            <p:cNvSpPr>
              <a:spLocks noChangeAspect="1"/>
            </p:cNvSpPr>
            <p:nvPr/>
          </p:nvSpPr>
          <p:spPr>
            <a:xfrm>
              <a:off x="2256509" y="6734974"/>
              <a:ext cx="1219860" cy="1247938"/>
            </a:xfrm>
            <a:custGeom>
              <a:avLst/>
              <a:gdLst/>
              <a:ahLst/>
              <a:cxnLst/>
              <a:rect l="l" t="t" r="r" b="b"/>
              <a:pathLst>
                <a:path w="1341162" h="1372032">
                  <a:moveTo>
                    <a:pt x="0" y="0"/>
                  </a:moveTo>
                  <a:lnTo>
                    <a:pt x="1341162" y="0"/>
                  </a:lnTo>
                  <a:lnTo>
                    <a:pt x="1341162" y="1372032"/>
                  </a:lnTo>
                  <a:lnTo>
                    <a:pt x="0" y="13720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7" name="テキスト ボックス 26">
              <a:extLst>
                <a:ext uri="{FF2B5EF4-FFF2-40B4-BE49-F238E27FC236}">
                  <a16:creationId xmlns:a16="http://schemas.microsoft.com/office/drawing/2014/main" id="{5EB8C4AC-6FDA-0C41-A57D-6FBCB47AFFC1}"/>
                </a:ext>
              </a:extLst>
            </p:cNvPr>
            <p:cNvSpPr txBox="1"/>
            <p:nvPr/>
          </p:nvSpPr>
          <p:spPr>
            <a:xfrm>
              <a:off x="2344848" y="8048778"/>
              <a:ext cx="125066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Django</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6" name="グループ化 35">
            <a:extLst>
              <a:ext uri="{FF2B5EF4-FFF2-40B4-BE49-F238E27FC236}">
                <a16:creationId xmlns:a16="http://schemas.microsoft.com/office/drawing/2014/main" id="{D201FFD8-D1ED-A769-5800-0EF9B295AC72}"/>
              </a:ext>
            </a:extLst>
          </p:cNvPr>
          <p:cNvGrpSpPr/>
          <p:nvPr/>
        </p:nvGrpSpPr>
        <p:grpSpPr>
          <a:xfrm>
            <a:off x="9747002" y="5826457"/>
            <a:ext cx="1426106" cy="1909783"/>
            <a:chOff x="7173083" y="6753785"/>
            <a:chExt cx="1426106" cy="1909783"/>
          </a:xfrm>
        </p:grpSpPr>
        <p:pic>
          <p:nvPicPr>
            <p:cNvPr id="21" name="グラフィックス 20" descr="データベース 枠線">
              <a:extLst>
                <a:ext uri="{FF2B5EF4-FFF2-40B4-BE49-F238E27FC236}">
                  <a16:creationId xmlns:a16="http://schemas.microsoft.com/office/drawing/2014/main" id="{EC018118-F6AE-5035-94DB-8076C7B9D0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3083" y="6753785"/>
              <a:ext cx="1426106" cy="1426106"/>
            </a:xfrm>
            <a:prstGeom prst="rect">
              <a:avLst/>
            </a:prstGeom>
          </p:spPr>
        </p:pic>
        <p:sp>
          <p:nvSpPr>
            <p:cNvPr id="32" name="テキスト ボックス 31">
              <a:extLst>
                <a:ext uri="{FF2B5EF4-FFF2-40B4-BE49-F238E27FC236}">
                  <a16:creationId xmlns:a16="http://schemas.microsoft.com/office/drawing/2014/main" id="{A0996585-5D48-DA65-E300-DFA0F45D76CF}"/>
                </a:ext>
              </a:extLst>
            </p:cNvPr>
            <p:cNvSpPr txBox="1"/>
            <p:nvPr/>
          </p:nvSpPr>
          <p:spPr>
            <a:xfrm>
              <a:off x="7284849" y="8201903"/>
              <a:ext cx="120257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cxnSp>
        <p:nvCxnSpPr>
          <p:cNvPr id="45" name="直線矢印コネクタ 44">
            <a:extLst>
              <a:ext uri="{FF2B5EF4-FFF2-40B4-BE49-F238E27FC236}">
                <a16:creationId xmlns:a16="http://schemas.microsoft.com/office/drawing/2014/main" id="{A0146669-BD43-8BE0-A1E5-B527066C6196}"/>
              </a:ext>
            </a:extLst>
          </p:cNvPr>
          <p:cNvCxnSpPr>
            <a:cxnSpLocks/>
          </p:cNvCxnSpPr>
          <p:nvPr/>
        </p:nvCxnSpPr>
        <p:spPr>
          <a:xfrm>
            <a:off x="2898749" y="3722418"/>
            <a:ext cx="1676400"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9" name="グラフィックス 48" descr="音符 単色塗りつぶし">
            <a:extLst>
              <a:ext uri="{FF2B5EF4-FFF2-40B4-BE49-F238E27FC236}">
                <a16:creationId xmlns:a16="http://schemas.microsoft.com/office/drawing/2014/main" id="{C23F7CB6-747D-99E4-3DA1-31BA006E1CF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92136" y="3304383"/>
            <a:ext cx="634281" cy="634281"/>
          </a:xfrm>
          <a:prstGeom prst="rect">
            <a:avLst/>
          </a:prstGeom>
        </p:spPr>
      </p:pic>
      <p:cxnSp>
        <p:nvCxnSpPr>
          <p:cNvPr id="54" name="直線矢印コネクタ 53">
            <a:extLst>
              <a:ext uri="{FF2B5EF4-FFF2-40B4-BE49-F238E27FC236}">
                <a16:creationId xmlns:a16="http://schemas.microsoft.com/office/drawing/2014/main" id="{C4DF6005-3342-8C11-E3DB-90200F30254C}"/>
              </a:ext>
            </a:extLst>
          </p:cNvPr>
          <p:cNvCxnSpPr>
            <a:cxnSpLocks/>
          </p:cNvCxnSpPr>
          <p:nvPr/>
        </p:nvCxnSpPr>
        <p:spPr>
          <a:xfrm>
            <a:off x="7277690" y="3480156"/>
            <a:ext cx="1676400"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5" name="グラフィックス 54" descr="音符 単色塗りつぶし">
            <a:extLst>
              <a:ext uri="{FF2B5EF4-FFF2-40B4-BE49-F238E27FC236}">
                <a16:creationId xmlns:a16="http://schemas.microsoft.com/office/drawing/2014/main" id="{571DA791-8821-00D3-CCB5-3C667E1D2F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71077" y="3062121"/>
            <a:ext cx="634281" cy="634281"/>
          </a:xfrm>
          <a:prstGeom prst="rect">
            <a:avLst/>
          </a:prstGeom>
        </p:spPr>
      </p:pic>
      <p:cxnSp>
        <p:nvCxnSpPr>
          <p:cNvPr id="70" name="カギ線コネクタ 69">
            <a:extLst>
              <a:ext uri="{FF2B5EF4-FFF2-40B4-BE49-F238E27FC236}">
                <a16:creationId xmlns:a16="http://schemas.microsoft.com/office/drawing/2014/main" id="{A034B98B-DCB5-9B9D-E71A-589A32DC7026}"/>
              </a:ext>
            </a:extLst>
          </p:cNvPr>
          <p:cNvCxnSpPr>
            <a:cxnSpLocks/>
          </p:cNvCxnSpPr>
          <p:nvPr/>
        </p:nvCxnSpPr>
        <p:spPr>
          <a:xfrm rot="10800000" flipV="1">
            <a:off x="11029607" y="3282988"/>
            <a:ext cx="941426" cy="712664"/>
          </a:xfrm>
          <a:prstGeom prst="bentConnector3">
            <a:avLst>
              <a:gd name="adj1" fmla="val 12"/>
            </a:avLst>
          </a:prstGeom>
          <a:ln w="57150">
            <a:solidFill>
              <a:schemeClr val="bg1">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CE6ABFEC-C687-E6ED-6675-FB293D1EEAF5}"/>
              </a:ext>
            </a:extLst>
          </p:cNvPr>
          <p:cNvCxnSpPr>
            <a:cxnSpLocks/>
          </p:cNvCxnSpPr>
          <p:nvPr/>
        </p:nvCxnSpPr>
        <p:spPr>
          <a:xfrm>
            <a:off x="11151209" y="3282987"/>
            <a:ext cx="838200" cy="0"/>
          </a:xfrm>
          <a:prstGeom prst="straightConnector1">
            <a:avLst/>
          </a:prstGeom>
          <a:ln w="5715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1" name="グラフィックス 80" descr="レシート 単色塗りつぶし">
            <a:extLst>
              <a:ext uri="{FF2B5EF4-FFF2-40B4-BE49-F238E27FC236}">
                <a16:creationId xmlns:a16="http://schemas.microsoft.com/office/drawing/2014/main" id="{37D2865A-1C39-FDA9-C4D3-7092747C0F0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971033" y="3062121"/>
            <a:ext cx="1005403" cy="1005403"/>
          </a:xfrm>
          <a:prstGeom prst="rect">
            <a:avLst/>
          </a:prstGeom>
        </p:spPr>
      </p:pic>
      <p:grpSp>
        <p:nvGrpSpPr>
          <p:cNvPr id="83" name="グループ化 82">
            <a:extLst>
              <a:ext uri="{FF2B5EF4-FFF2-40B4-BE49-F238E27FC236}">
                <a16:creationId xmlns:a16="http://schemas.microsoft.com/office/drawing/2014/main" id="{6580BE93-A39F-0EB1-6F21-61F494B25792}"/>
              </a:ext>
            </a:extLst>
          </p:cNvPr>
          <p:cNvGrpSpPr/>
          <p:nvPr/>
        </p:nvGrpSpPr>
        <p:grpSpPr>
          <a:xfrm>
            <a:off x="1371600" y="2676668"/>
            <a:ext cx="1565399" cy="2088047"/>
            <a:chOff x="2175483" y="3006543"/>
            <a:chExt cx="1565399" cy="2088047"/>
          </a:xfrm>
        </p:grpSpPr>
        <p:sp>
          <p:nvSpPr>
            <p:cNvPr id="84" name="Freeform 9">
              <a:extLst>
                <a:ext uri="{FF2B5EF4-FFF2-40B4-BE49-F238E27FC236}">
                  <a16:creationId xmlns:a16="http://schemas.microsoft.com/office/drawing/2014/main" id="{CE30479E-304B-2A51-E853-FCF980957D2D}"/>
                </a:ext>
              </a:extLst>
            </p:cNvPr>
            <p:cNvSpPr>
              <a:spLocks noChangeAspect="1"/>
            </p:cNvSpPr>
            <p:nvPr/>
          </p:nvSpPr>
          <p:spPr>
            <a:xfrm>
              <a:off x="2175483" y="3006543"/>
              <a:ext cx="1565399" cy="1525552"/>
            </a:xfrm>
            <a:custGeom>
              <a:avLst/>
              <a:gdLst/>
              <a:ahLst/>
              <a:cxnLst/>
              <a:rect l="l" t="t" r="r" b="b"/>
              <a:pathLst>
                <a:path w="1565399" h="1525552">
                  <a:moveTo>
                    <a:pt x="0" y="0"/>
                  </a:moveTo>
                  <a:lnTo>
                    <a:pt x="1565399" y="0"/>
                  </a:lnTo>
                  <a:lnTo>
                    <a:pt x="1565399" y="1525552"/>
                  </a:lnTo>
                  <a:lnTo>
                    <a:pt x="0" y="152555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85" name="テキスト ボックス 84">
              <a:extLst>
                <a:ext uri="{FF2B5EF4-FFF2-40B4-BE49-F238E27FC236}">
                  <a16:creationId xmlns:a16="http://schemas.microsoft.com/office/drawing/2014/main" id="{0EAC84CE-E85C-7809-E04D-363BA59D44BE}"/>
                </a:ext>
              </a:extLst>
            </p:cNvPr>
            <p:cNvSpPr txBox="1"/>
            <p:nvPr/>
          </p:nvSpPr>
          <p:spPr>
            <a:xfrm>
              <a:off x="2274341" y="4632925"/>
              <a:ext cx="1367682" cy="461665"/>
            </a:xfrm>
            <a:prstGeom prst="rect">
              <a:avLst/>
            </a:prstGeom>
            <a:noFill/>
          </p:spPr>
          <p:txBody>
            <a:bodyPr wrap="none" rtlCol="0">
              <a:spAutoFit/>
            </a:bodyPr>
            <a:lstStyle/>
            <a:p>
              <a:r>
                <a:rPr kumimoji="1" lang="en-US" altLang="ja-JP" sz="2400" b="1" dirty="0" err="1">
                  <a:solidFill>
                    <a:schemeClr val="bg1">
                      <a:lumMod val="85000"/>
                    </a:schemeClr>
                  </a:solidFill>
                  <a:latin typeface="Yu Gothic" panose="020B0400000000000000" pitchFamily="34" charset="-128"/>
                  <a:ea typeface="Yu Gothic" panose="020B0400000000000000" pitchFamily="34" charset="-128"/>
                </a:rPr>
                <a:t>pyaudio</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101" name="グループ化 100">
            <a:extLst>
              <a:ext uri="{FF2B5EF4-FFF2-40B4-BE49-F238E27FC236}">
                <a16:creationId xmlns:a16="http://schemas.microsoft.com/office/drawing/2014/main" id="{4A4D9DB1-C8A5-474B-9510-6CB1302D8174}"/>
              </a:ext>
            </a:extLst>
          </p:cNvPr>
          <p:cNvGrpSpPr/>
          <p:nvPr/>
        </p:nvGrpSpPr>
        <p:grpSpPr>
          <a:xfrm>
            <a:off x="2451387" y="5716017"/>
            <a:ext cx="2295821" cy="2020223"/>
            <a:chOff x="2637565" y="6122140"/>
            <a:chExt cx="2295821" cy="2020223"/>
          </a:xfrm>
        </p:grpSpPr>
        <p:sp>
          <p:nvSpPr>
            <p:cNvPr id="99" name="Freeform 7">
              <a:extLst>
                <a:ext uri="{FF2B5EF4-FFF2-40B4-BE49-F238E27FC236}">
                  <a16:creationId xmlns:a16="http://schemas.microsoft.com/office/drawing/2014/main" id="{C204C2FD-E9D1-BF8C-BB32-2C6404482D09}"/>
                </a:ext>
              </a:extLst>
            </p:cNvPr>
            <p:cNvSpPr/>
            <p:nvPr/>
          </p:nvSpPr>
          <p:spPr>
            <a:xfrm>
              <a:off x="2874802" y="6122140"/>
              <a:ext cx="1821353" cy="1498063"/>
            </a:xfrm>
            <a:custGeom>
              <a:avLst/>
              <a:gdLst/>
              <a:ahLst/>
              <a:cxnLst/>
              <a:rect l="l" t="t" r="r" b="b"/>
              <a:pathLst>
                <a:path w="1821353" h="1498063">
                  <a:moveTo>
                    <a:pt x="0" y="0"/>
                  </a:moveTo>
                  <a:lnTo>
                    <a:pt x="1821353" y="0"/>
                  </a:lnTo>
                  <a:lnTo>
                    <a:pt x="1821353" y="1498063"/>
                  </a:lnTo>
                  <a:lnTo>
                    <a:pt x="0" y="14980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ja-JP" altLang="en-US"/>
            </a:p>
          </p:txBody>
        </p:sp>
        <p:sp>
          <p:nvSpPr>
            <p:cNvPr id="100" name="テキスト ボックス 99">
              <a:extLst>
                <a:ext uri="{FF2B5EF4-FFF2-40B4-BE49-F238E27FC236}">
                  <a16:creationId xmlns:a16="http://schemas.microsoft.com/office/drawing/2014/main" id="{9FA577F0-3313-B599-C046-7D6E899AB068}"/>
                </a:ext>
              </a:extLst>
            </p:cNvPr>
            <p:cNvSpPr txBox="1"/>
            <p:nvPr/>
          </p:nvSpPr>
          <p:spPr>
            <a:xfrm>
              <a:off x="2637565" y="7773031"/>
              <a:ext cx="2295821" cy="369332"/>
            </a:xfrm>
            <a:prstGeom prst="rect">
              <a:avLst/>
            </a:prstGeom>
            <a:noFill/>
          </p:spPr>
          <p:txBody>
            <a:bodyPr wrap="none" rtlCol="0">
              <a:spAutoFit/>
            </a:bodyPr>
            <a:lstStyle/>
            <a:p>
              <a:pPr algn="ctr"/>
              <a:r>
                <a:rPr kumimoji="1" lang="en-US" altLang="ja-JP" b="1" dirty="0">
                  <a:solidFill>
                    <a:schemeClr val="tx2">
                      <a:lumMod val="75000"/>
                    </a:schemeClr>
                  </a:solidFill>
                  <a:latin typeface="Yu Gothic" panose="020B0400000000000000" pitchFamily="34" charset="-128"/>
                  <a:ea typeface="Yu Gothic" panose="020B0400000000000000" pitchFamily="34" charset="-128"/>
                </a:rPr>
                <a:t>Zero-shot-learning</a:t>
              </a:r>
            </a:p>
          </p:txBody>
        </p:sp>
      </p:grpSp>
      <p:cxnSp>
        <p:nvCxnSpPr>
          <p:cNvPr id="102" name="直線矢印コネクタ 101">
            <a:extLst>
              <a:ext uri="{FF2B5EF4-FFF2-40B4-BE49-F238E27FC236}">
                <a16:creationId xmlns:a16="http://schemas.microsoft.com/office/drawing/2014/main" id="{A1AC71F7-84EC-A6BD-77EB-4192198B08B5}"/>
              </a:ext>
            </a:extLst>
          </p:cNvPr>
          <p:cNvCxnSpPr>
            <a:cxnSpLocks/>
          </p:cNvCxnSpPr>
          <p:nvPr/>
        </p:nvCxnSpPr>
        <p:spPr>
          <a:xfrm>
            <a:off x="8043199" y="6349731"/>
            <a:ext cx="181556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7" name="グラフィックス 106" descr="コメント: ハート 単色塗りつぶし">
            <a:extLst>
              <a:ext uri="{FF2B5EF4-FFF2-40B4-BE49-F238E27FC236}">
                <a16:creationId xmlns:a16="http://schemas.microsoft.com/office/drawing/2014/main" id="{DA38BA4A-C125-DA2F-127C-875EF3406B2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40999" y="5829300"/>
            <a:ext cx="821125" cy="821125"/>
          </a:xfrm>
          <a:prstGeom prst="rect">
            <a:avLst/>
          </a:prstGeom>
        </p:spPr>
      </p:pic>
      <p:grpSp>
        <p:nvGrpSpPr>
          <p:cNvPr id="112" name="グループ化 111">
            <a:extLst>
              <a:ext uri="{FF2B5EF4-FFF2-40B4-BE49-F238E27FC236}">
                <a16:creationId xmlns:a16="http://schemas.microsoft.com/office/drawing/2014/main" id="{FA5DCF10-C6A5-C924-4CB6-3206548F9883}"/>
              </a:ext>
            </a:extLst>
          </p:cNvPr>
          <p:cNvGrpSpPr/>
          <p:nvPr/>
        </p:nvGrpSpPr>
        <p:grpSpPr>
          <a:xfrm>
            <a:off x="16611621" y="5841969"/>
            <a:ext cx="1676379" cy="1894271"/>
            <a:chOff x="14518479" y="5789880"/>
            <a:chExt cx="1676379" cy="1894271"/>
          </a:xfrm>
        </p:grpSpPr>
        <p:pic>
          <p:nvPicPr>
            <p:cNvPr id="110" name="グラフィックス 109" descr="男性のプロフィール 枠線">
              <a:extLst>
                <a:ext uri="{FF2B5EF4-FFF2-40B4-BE49-F238E27FC236}">
                  <a16:creationId xmlns:a16="http://schemas.microsoft.com/office/drawing/2014/main" id="{71B73F33-4D7F-6FB9-6CBC-07915BA10906}"/>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4518479" y="5789880"/>
              <a:ext cx="1676379" cy="1676379"/>
            </a:xfrm>
            <a:prstGeom prst="rect">
              <a:avLst/>
            </a:prstGeom>
          </p:spPr>
        </p:pic>
        <p:sp>
          <p:nvSpPr>
            <p:cNvPr id="111" name="テキスト ボックス 110">
              <a:extLst>
                <a:ext uri="{FF2B5EF4-FFF2-40B4-BE49-F238E27FC236}">
                  <a16:creationId xmlns:a16="http://schemas.microsoft.com/office/drawing/2014/main" id="{8B14FC36-BF1A-5509-59F1-CDCC0BDE5763}"/>
                </a:ext>
              </a:extLst>
            </p:cNvPr>
            <p:cNvSpPr txBox="1"/>
            <p:nvPr/>
          </p:nvSpPr>
          <p:spPr>
            <a:xfrm>
              <a:off x="14648782" y="7222486"/>
              <a:ext cx="1415772" cy="461665"/>
            </a:xfrm>
            <a:prstGeom prst="rect">
              <a:avLst/>
            </a:prstGeom>
            <a:noFill/>
          </p:spPr>
          <p:txBody>
            <a:bodyPr wrap="none" rtlCol="0">
              <a:spAutoFit/>
            </a:bodyPr>
            <a:lstStyle/>
            <a:p>
              <a:r>
                <a:rPr kumimoji="1" lang="ja-JP" altLang="en-US" sz="2400" b="1">
                  <a:solidFill>
                    <a:schemeClr val="tx2">
                      <a:lumMod val="75000"/>
                    </a:schemeClr>
                  </a:solidFill>
                  <a:latin typeface="Yu Gothic" panose="020B0400000000000000" pitchFamily="34" charset="-128"/>
                  <a:ea typeface="Yu Gothic" panose="020B0400000000000000" pitchFamily="34" charset="-128"/>
                </a:rPr>
                <a:t>ユーザー</a:t>
              </a:r>
            </a:p>
          </p:txBody>
        </p:sp>
      </p:grpSp>
      <p:cxnSp>
        <p:nvCxnSpPr>
          <p:cNvPr id="113" name="直線矢印コネクタ 112">
            <a:extLst>
              <a:ext uri="{FF2B5EF4-FFF2-40B4-BE49-F238E27FC236}">
                <a16:creationId xmlns:a16="http://schemas.microsoft.com/office/drawing/2014/main" id="{15EE1BAF-3955-FE11-5E79-229234C5C2D6}"/>
              </a:ext>
            </a:extLst>
          </p:cNvPr>
          <p:cNvCxnSpPr>
            <a:cxnSpLocks/>
          </p:cNvCxnSpPr>
          <p:nvPr/>
        </p:nvCxnSpPr>
        <p:spPr>
          <a:xfrm>
            <a:off x="11264042" y="636861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D54B3B1D-2E2A-9342-57EE-46F5EA4F7FE2}"/>
              </a:ext>
            </a:extLst>
          </p:cNvPr>
          <p:cNvCxnSpPr>
            <a:cxnSpLocks/>
          </p:cNvCxnSpPr>
          <p:nvPr/>
        </p:nvCxnSpPr>
        <p:spPr>
          <a:xfrm>
            <a:off x="14765669" y="6852919"/>
            <a:ext cx="1554798" cy="0"/>
          </a:xfrm>
          <a:prstGeom prst="straightConnector1">
            <a:avLst/>
          </a:prstGeom>
          <a:ln w="57150">
            <a:solidFill>
              <a:schemeClr val="bg1">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9" name="グラフィックス 118" descr="クリップ 単色塗りつぶし">
            <a:extLst>
              <a:ext uri="{FF2B5EF4-FFF2-40B4-BE49-F238E27FC236}">
                <a16:creationId xmlns:a16="http://schemas.microsoft.com/office/drawing/2014/main" id="{9D02649C-A631-ACA8-DC61-9160D32F563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302474" y="6571589"/>
            <a:ext cx="624053" cy="624053"/>
          </a:xfrm>
          <a:prstGeom prst="rect">
            <a:avLst/>
          </a:prstGeom>
        </p:spPr>
      </p:pic>
      <p:cxnSp>
        <p:nvCxnSpPr>
          <p:cNvPr id="121" name="直線矢印コネクタ 120">
            <a:extLst>
              <a:ext uri="{FF2B5EF4-FFF2-40B4-BE49-F238E27FC236}">
                <a16:creationId xmlns:a16="http://schemas.microsoft.com/office/drawing/2014/main" id="{E39EED12-CEA4-18FB-5F6F-2AF839097A0E}"/>
              </a:ext>
            </a:extLst>
          </p:cNvPr>
          <p:cNvCxnSpPr>
            <a:cxnSpLocks/>
          </p:cNvCxnSpPr>
          <p:nvPr/>
        </p:nvCxnSpPr>
        <p:spPr>
          <a:xfrm>
            <a:off x="11264042" y="6915230"/>
            <a:ext cx="1554798" cy="0"/>
          </a:xfrm>
          <a:prstGeom prst="straightConnector1">
            <a:avLst/>
          </a:prstGeom>
          <a:ln w="57150">
            <a:solidFill>
              <a:schemeClr val="bg1">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98DD2A35-BAC5-3100-DDC2-5AF0A4DB6008}"/>
              </a:ext>
            </a:extLst>
          </p:cNvPr>
          <p:cNvCxnSpPr>
            <a:cxnSpLocks/>
          </p:cNvCxnSpPr>
          <p:nvPr/>
        </p:nvCxnSpPr>
        <p:spPr>
          <a:xfrm>
            <a:off x="14828357" y="634239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7" name="グラフィックス 126" descr="コメント: ハート 単色塗りつぶし">
            <a:extLst>
              <a:ext uri="{FF2B5EF4-FFF2-40B4-BE49-F238E27FC236}">
                <a16:creationId xmlns:a16="http://schemas.microsoft.com/office/drawing/2014/main" id="{925E5EBD-3726-8796-CE8B-BC6B437A9B7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654253" y="5848371"/>
            <a:ext cx="821125" cy="821125"/>
          </a:xfrm>
          <a:prstGeom prst="rect">
            <a:avLst/>
          </a:prstGeom>
        </p:spPr>
      </p:pic>
      <p:pic>
        <p:nvPicPr>
          <p:cNvPr id="128" name="グラフィックス 127" descr="コメント: ハート 単色塗りつぶし">
            <a:extLst>
              <a:ext uri="{FF2B5EF4-FFF2-40B4-BE49-F238E27FC236}">
                <a16:creationId xmlns:a16="http://schemas.microsoft.com/office/drawing/2014/main" id="{C57AEB8A-9020-AD82-8020-8D339A06338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72987" y="5846375"/>
            <a:ext cx="821125" cy="821125"/>
          </a:xfrm>
          <a:prstGeom prst="rect">
            <a:avLst/>
          </a:prstGeom>
        </p:spPr>
      </p:pic>
      <p:cxnSp>
        <p:nvCxnSpPr>
          <p:cNvPr id="129" name="直線矢印コネクタ 128">
            <a:extLst>
              <a:ext uri="{FF2B5EF4-FFF2-40B4-BE49-F238E27FC236}">
                <a16:creationId xmlns:a16="http://schemas.microsoft.com/office/drawing/2014/main" id="{D778431B-D5FD-A354-E649-9B9E62F206D9}"/>
              </a:ext>
            </a:extLst>
          </p:cNvPr>
          <p:cNvCxnSpPr>
            <a:cxnSpLocks/>
            <a:endCxn id="85" idx="2"/>
          </p:cNvCxnSpPr>
          <p:nvPr/>
        </p:nvCxnSpPr>
        <p:spPr>
          <a:xfrm flipV="1">
            <a:off x="2154299" y="4764715"/>
            <a:ext cx="0" cy="441466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線矢印コネクタ 131">
            <a:extLst>
              <a:ext uri="{FF2B5EF4-FFF2-40B4-BE49-F238E27FC236}">
                <a16:creationId xmlns:a16="http://schemas.microsoft.com/office/drawing/2014/main" id="{4851DB1F-9F35-7EC1-FD25-619BB1EF7A47}"/>
              </a:ext>
            </a:extLst>
          </p:cNvPr>
          <p:cNvCxnSpPr>
            <a:cxnSpLocks/>
          </p:cNvCxnSpPr>
          <p:nvPr/>
        </p:nvCxnSpPr>
        <p:spPr>
          <a:xfrm flipV="1">
            <a:off x="2133600" y="9179375"/>
            <a:ext cx="15316210" cy="272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EB4569EF-B12F-5CF6-1DD4-B5972E273074}"/>
              </a:ext>
            </a:extLst>
          </p:cNvPr>
          <p:cNvCxnSpPr>
            <a:cxnSpLocks/>
          </p:cNvCxnSpPr>
          <p:nvPr/>
        </p:nvCxnSpPr>
        <p:spPr>
          <a:xfrm flipH="1">
            <a:off x="17429111" y="7749801"/>
            <a:ext cx="20699" cy="144313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44" name="グラフィックス 143" descr="クリップ 単色塗りつぶし">
            <a:extLst>
              <a:ext uri="{FF2B5EF4-FFF2-40B4-BE49-F238E27FC236}">
                <a16:creationId xmlns:a16="http://schemas.microsoft.com/office/drawing/2014/main" id="{FBD79211-657C-444A-38F8-625FB4CE0FD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814750" y="6665934"/>
            <a:ext cx="624053" cy="624053"/>
          </a:xfrm>
          <a:prstGeom prst="rect">
            <a:avLst/>
          </a:prstGeom>
        </p:spPr>
      </p:pic>
      <p:sp>
        <p:nvSpPr>
          <p:cNvPr id="28" name="角丸四角形 27">
            <a:extLst>
              <a:ext uri="{FF2B5EF4-FFF2-40B4-BE49-F238E27FC236}">
                <a16:creationId xmlns:a16="http://schemas.microsoft.com/office/drawing/2014/main" id="{EB946CAC-EA95-8F0F-7E64-438912285E45}"/>
              </a:ext>
            </a:extLst>
          </p:cNvPr>
          <p:cNvSpPr/>
          <p:nvPr/>
        </p:nvSpPr>
        <p:spPr>
          <a:xfrm>
            <a:off x="443701" y="5483029"/>
            <a:ext cx="918672" cy="3546669"/>
          </a:xfrm>
          <a:prstGeom prst="roundRect">
            <a:avLst/>
          </a:prstGeom>
          <a:solidFill>
            <a:srgbClr val="FFE8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データ分析</a:t>
            </a:r>
            <a:endParaRPr kumimoji="1" lang="en-US" altLang="ja-JP" dirty="0">
              <a:solidFill>
                <a:schemeClr val="tx1"/>
              </a:solidFill>
            </a:endParaRPr>
          </a:p>
          <a:p>
            <a:pPr algn="ctr"/>
            <a:r>
              <a:rPr kumimoji="1" lang="en-US" altLang="ja-JP" dirty="0">
                <a:solidFill>
                  <a:schemeClr val="tx1"/>
                </a:solidFill>
              </a:rPr>
              <a:t>to</a:t>
            </a:r>
          </a:p>
          <a:p>
            <a:pPr algn="ctr"/>
            <a:r>
              <a:rPr kumimoji="1" lang="ja-JP" altLang="en-US">
                <a:solidFill>
                  <a:schemeClr val="tx1"/>
                </a:solidFill>
              </a:rPr>
              <a:t>表示</a:t>
            </a:r>
            <a:endParaRPr kumimoji="1" lang="en-US" altLang="ja-JP" dirty="0">
              <a:solidFill>
                <a:schemeClr val="tx1"/>
              </a:solidFill>
            </a:endParaRPr>
          </a:p>
        </p:txBody>
      </p:sp>
      <p:grpSp>
        <p:nvGrpSpPr>
          <p:cNvPr id="24" name="グループ化 23">
            <a:extLst>
              <a:ext uri="{FF2B5EF4-FFF2-40B4-BE49-F238E27FC236}">
                <a16:creationId xmlns:a16="http://schemas.microsoft.com/office/drawing/2014/main" id="{133959F0-9BDE-FEC6-FE2A-1C12186F05D3}"/>
              </a:ext>
            </a:extLst>
          </p:cNvPr>
          <p:cNvGrpSpPr/>
          <p:nvPr/>
        </p:nvGrpSpPr>
        <p:grpSpPr>
          <a:xfrm>
            <a:off x="5736610" y="5665364"/>
            <a:ext cx="2492990" cy="2068936"/>
            <a:chOff x="5071589" y="5451656"/>
            <a:chExt cx="2492990" cy="2068936"/>
          </a:xfrm>
        </p:grpSpPr>
        <p:pic>
          <p:nvPicPr>
            <p:cNvPr id="14" name="グラフィックス 13" descr="ダンス 枠線">
              <a:extLst>
                <a:ext uri="{FF2B5EF4-FFF2-40B4-BE49-F238E27FC236}">
                  <a16:creationId xmlns:a16="http://schemas.microsoft.com/office/drawing/2014/main" id="{9BBA3DDA-62EF-16BA-1294-EACB173B8073}"/>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366987" y="5451656"/>
              <a:ext cx="1859384" cy="1859384"/>
            </a:xfrm>
            <a:prstGeom prst="rect">
              <a:avLst/>
            </a:prstGeom>
          </p:spPr>
        </p:pic>
        <p:sp>
          <p:nvSpPr>
            <p:cNvPr id="22" name="テキスト ボックス 21">
              <a:extLst>
                <a:ext uri="{FF2B5EF4-FFF2-40B4-BE49-F238E27FC236}">
                  <a16:creationId xmlns:a16="http://schemas.microsoft.com/office/drawing/2014/main" id="{225937E7-9F10-2E60-69BB-5B1E12E6D588}"/>
                </a:ext>
              </a:extLst>
            </p:cNvPr>
            <p:cNvSpPr txBox="1"/>
            <p:nvPr/>
          </p:nvSpPr>
          <p:spPr>
            <a:xfrm>
              <a:off x="5071589" y="7120482"/>
              <a:ext cx="2492990" cy="400110"/>
            </a:xfrm>
            <a:prstGeom prst="rect">
              <a:avLst/>
            </a:prstGeom>
            <a:noFill/>
          </p:spPr>
          <p:txBody>
            <a:bodyPr wrap="none" rtlCol="0">
              <a:spAutoFit/>
            </a:bodyPr>
            <a:lstStyle/>
            <a:p>
              <a:pPr algn="ctr"/>
              <a:r>
                <a:rPr kumimoji="1" lang="ja-JP" altLang="en-US" sz="2000" b="1">
                  <a:solidFill>
                    <a:schemeClr val="tx2">
                      <a:lumMod val="75000"/>
                    </a:schemeClr>
                  </a:solidFill>
                  <a:latin typeface="Yu Gothic" panose="020B0400000000000000" pitchFamily="34" charset="-128"/>
                  <a:ea typeface="Yu Gothic" panose="020B0400000000000000" pitchFamily="34" charset="-128"/>
                </a:rPr>
                <a:t>マッチングシステム</a:t>
              </a:r>
            </a:p>
          </p:txBody>
        </p:sp>
      </p:grpSp>
      <p:cxnSp>
        <p:nvCxnSpPr>
          <p:cNvPr id="47" name="直線矢印コネクタ 46">
            <a:extLst>
              <a:ext uri="{FF2B5EF4-FFF2-40B4-BE49-F238E27FC236}">
                <a16:creationId xmlns:a16="http://schemas.microsoft.com/office/drawing/2014/main" id="{89094D28-EEAB-C2DA-491E-32DCF3C88C40}"/>
              </a:ext>
            </a:extLst>
          </p:cNvPr>
          <p:cNvCxnSpPr>
            <a:cxnSpLocks/>
          </p:cNvCxnSpPr>
          <p:nvPr/>
        </p:nvCxnSpPr>
        <p:spPr>
          <a:xfrm>
            <a:off x="4541094" y="6349731"/>
            <a:ext cx="125035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グラフィックス 49" descr="アドレス帳 単色塗りつぶし">
            <a:extLst>
              <a:ext uri="{FF2B5EF4-FFF2-40B4-BE49-F238E27FC236}">
                <a16:creationId xmlns:a16="http://schemas.microsoft.com/office/drawing/2014/main" id="{69775ED1-99F1-B148-5A13-385C63189576}"/>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4723203" y="5945274"/>
            <a:ext cx="821125" cy="821125"/>
          </a:xfrm>
          <a:prstGeom prst="rect">
            <a:avLst/>
          </a:prstGeom>
        </p:spPr>
      </p:pic>
      <p:grpSp>
        <p:nvGrpSpPr>
          <p:cNvPr id="53" name="グループ化 52">
            <a:extLst>
              <a:ext uri="{FF2B5EF4-FFF2-40B4-BE49-F238E27FC236}">
                <a16:creationId xmlns:a16="http://schemas.microsoft.com/office/drawing/2014/main" id="{947F3639-759D-1B9E-2627-3EF5F3B0E892}"/>
              </a:ext>
            </a:extLst>
          </p:cNvPr>
          <p:cNvGrpSpPr/>
          <p:nvPr/>
        </p:nvGrpSpPr>
        <p:grpSpPr>
          <a:xfrm>
            <a:off x="13401661" y="1988751"/>
            <a:ext cx="4552419" cy="2812676"/>
            <a:chOff x="13447104" y="1589979"/>
            <a:chExt cx="4552419" cy="2812676"/>
          </a:xfrm>
        </p:grpSpPr>
        <p:sp>
          <p:nvSpPr>
            <p:cNvPr id="146" name="正方形/長方形 145">
              <a:extLst>
                <a:ext uri="{FF2B5EF4-FFF2-40B4-BE49-F238E27FC236}">
                  <a16:creationId xmlns:a16="http://schemas.microsoft.com/office/drawing/2014/main" id="{222A74CC-C97D-18CD-A76B-E7D11A48EB8F}"/>
                </a:ext>
              </a:extLst>
            </p:cNvPr>
            <p:cNvSpPr/>
            <p:nvPr/>
          </p:nvSpPr>
          <p:spPr>
            <a:xfrm>
              <a:off x="13447104" y="1589979"/>
              <a:ext cx="4552419" cy="2812676"/>
            </a:xfrm>
            <a:prstGeom prst="rect">
              <a:avLst/>
            </a:prstGeom>
            <a:solidFill>
              <a:schemeClr val="accent3">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18F76BE0-51B2-14AC-050D-FED1535FE56A}"/>
                </a:ext>
              </a:extLst>
            </p:cNvPr>
            <p:cNvSpPr txBox="1"/>
            <p:nvPr/>
          </p:nvSpPr>
          <p:spPr>
            <a:xfrm>
              <a:off x="14413095" y="1748998"/>
              <a:ext cx="2031325" cy="2585323"/>
            </a:xfrm>
            <a:prstGeom prst="rect">
              <a:avLst/>
            </a:prstGeom>
            <a:noFill/>
          </p:spPr>
          <p:txBody>
            <a:bodyPr wrap="none" rtlCol="0">
              <a:spAutoFit/>
            </a:bodyPr>
            <a:lstStyle/>
            <a:p>
              <a:r>
                <a:rPr kumimoji="1" lang="ja-JP" altLang="en-US" b="1">
                  <a:solidFill>
                    <a:schemeClr val="accent5">
                      <a:lumMod val="50000"/>
                    </a:schemeClr>
                  </a:solidFill>
                  <a:latin typeface="Yu Gothic" panose="020B0400000000000000" pitchFamily="34" charset="-128"/>
                  <a:ea typeface="Yu Gothic" panose="020B0400000000000000" pitchFamily="34" charset="-128"/>
                </a:rPr>
                <a:t>：音声データ</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：文字データ</a:t>
              </a: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：ラベル</a:t>
              </a:r>
              <a:r>
                <a:rPr kumimoji="1" lang="en-US" altLang="ja-JP" b="1" dirty="0">
                  <a:solidFill>
                    <a:schemeClr val="accent5">
                      <a:lumMod val="50000"/>
                    </a:schemeClr>
                  </a:solidFill>
                  <a:latin typeface="Yu Gothic" panose="020B0400000000000000" pitchFamily="34" charset="-128"/>
                  <a:ea typeface="Yu Gothic" panose="020B0400000000000000" pitchFamily="34" charset="-128"/>
                </a:rPr>
                <a:t>/</a:t>
              </a:r>
              <a:r>
                <a:rPr kumimoji="1" lang="ja-JP" altLang="en-US" b="1">
                  <a:solidFill>
                    <a:schemeClr val="accent5">
                      <a:lumMod val="50000"/>
                    </a:schemeClr>
                  </a:solidFill>
                  <a:latin typeface="Yu Gothic" panose="020B0400000000000000" pitchFamily="34" charset="-128"/>
                  <a:ea typeface="Yu Gothic" panose="020B0400000000000000" pitchFamily="34" charset="-128"/>
                </a:rPr>
                <a:t>スコア</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：マッチング結果</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：プロフィール</a:t>
              </a:r>
            </a:p>
          </p:txBody>
        </p:sp>
        <p:pic>
          <p:nvPicPr>
            <p:cNvPr id="139" name="グラフィックス 138" descr="音符 単色塗りつぶし">
              <a:extLst>
                <a:ext uri="{FF2B5EF4-FFF2-40B4-BE49-F238E27FC236}">
                  <a16:creationId xmlns:a16="http://schemas.microsoft.com/office/drawing/2014/main" id="{5C73EC27-EDE4-CC98-0F6D-3F790CE3585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3782048" y="1639283"/>
              <a:ext cx="532417" cy="532417"/>
            </a:xfrm>
            <a:prstGeom prst="rect">
              <a:avLst/>
            </a:prstGeom>
          </p:spPr>
        </p:pic>
        <p:pic>
          <p:nvPicPr>
            <p:cNvPr id="141" name="グラフィックス 140" descr="レシート 単色塗りつぶし">
              <a:extLst>
                <a:ext uri="{FF2B5EF4-FFF2-40B4-BE49-F238E27FC236}">
                  <a16:creationId xmlns:a16="http://schemas.microsoft.com/office/drawing/2014/main" id="{3347A9B9-27CF-3E66-09CE-63242A847B00}"/>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3782048" y="2171700"/>
              <a:ext cx="532416" cy="532416"/>
            </a:xfrm>
            <a:prstGeom prst="rect">
              <a:avLst/>
            </a:prstGeom>
          </p:spPr>
        </p:pic>
        <p:pic>
          <p:nvPicPr>
            <p:cNvPr id="142" name="グラフィックス 141" descr="コメント: ハート 単色塗りつぶし">
              <a:extLst>
                <a:ext uri="{FF2B5EF4-FFF2-40B4-BE49-F238E27FC236}">
                  <a16:creationId xmlns:a16="http://schemas.microsoft.com/office/drawing/2014/main" id="{6CD62963-EB6D-01BE-7B82-484352628F87}"/>
                </a:ext>
              </a:extLst>
            </p:cNvPr>
            <p:cNvPicPr>
              <a:picLocks noChangeAspect="1"/>
            </p:cNvPicPr>
            <p:nvPr/>
          </p:nvPicPr>
          <p:blipFill>
            <a:blip r:embed="rId19">
              <a:extLst>
                <a:ext uri="{96DAC541-7B7A-43D3-8B79-37D633B846F1}">
                  <asvg:svgBlip xmlns:asvg="http://schemas.microsoft.com/office/drawing/2016/SVG/main" r:embed="rId33"/>
                </a:ext>
              </a:extLst>
            </a:blip>
            <a:stretch>
              <a:fillRect/>
            </a:stretch>
          </p:blipFill>
          <p:spPr>
            <a:xfrm>
              <a:off x="13735337" y="3313465"/>
              <a:ext cx="610835" cy="610835"/>
            </a:xfrm>
            <a:prstGeom prst="rect">
              <a:avLst/>
            </a:prstGeom>
          </p:spPr>
        </p:pic>
        <p:pic>
          <p:nvPicPr>
            <p:cNvPr id="145" name="グラフィックス 144" descr="クリップ 単色塗りつぶし">
              <a:extLst>
                <a:ext uri="{FF2B5EF4-FFF2-40B4-BE49-F238E27FC236}">
                  <a16:creationId xmlns:a16="http://schemas.microsoft.com/office/drawing/2014/main" id="{33E8096D-21C1-6961-2510-73031E166803}"/>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3746915" y="3790100"/>
              <a:ext cx="591400" cy="591400"/>
            </a:xfrm>
            <a:prstGeom prst="rect">
              <a:avLst/>
            </a:prstGeom>
          </p:spPr>
        </p:pic>
        <p:pic>
          <p:nvPicPr>
            <p:cNvPr id="52" name="グラフィックス 51" descr="アドレス帳 単色塗りつぶし">
              <a:extLst>
                <a:ext uri="{FF2B5EF4-FFF2-40B4-BE49-F238E27FC236}">
                  <a16:creationId xmlns:a16="http://schemas.microsoft.com/office/drawing/2014/main" id="{A4FEBEED-2E71-2A0A-E27E-01893262EE84}"/>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13709214" y="2702049"/>
              <a:ext cx="689254" cy="689254"/>
            </a:xfrm>
            <a:prstGeom prst="rect">
              <a:avLst/>
            </a:prstGeom>
          </p:spPr>
        </p:pic>
      </p:grpSp>
      <p:cxnSp>
        <p:nvCxnSpPr>
          <p:cNvPr id="57" name="直線矢印コネクタ 56">
            <a:extLst>
              <a:ext uri="{FF2B5EF4-FFF2-40B4-BE49-F238E27FC236}">
                <a16:creationId xmlns:a16="http://schemas.microsoft.com/office/drawing/2014/main" id="{BF6F462F-89D7-0DF1-BA9A-D15D105C6958}"/>
              </a:ext>
            </a:extLst>
          </p:cNvPr>
          <p:cNvCxnSpPr>
            <a:cxnSpLocks/>
          </p:cNvCxnSpPr>
          <p:nvPr/>
        </p:nvCxnSpPr>
        <p:spPr>
          <a:xfrm flipV="1">
            <a:off x="10508942" y="7642562"/>
            <a:ext cx="0" cy="609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7B5A4A2F-FD4A-4364-345D-B55B4EDBA1F1}"/>
              </a:ext>
            </a:extLst>
          </p:cNvPr>
          <p:cNvCxnSpPr>
            <a:cxnSpLocks/>
          </p:cNvCxnSpPr>
          <p:nvPr/>
        </p:nvCxnSpPr>
        <p:spPr>
          <a:xfrm>
            <a:off x="3579546" y="8231256"/>
            <a:ext cx="6915365" cy="8454"/>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87E4A79B-AEE7-7C33-DE1A-FCBEE6074E21}"/>
              </a:ext>
            </a:extLst>
          </p:cNvPr>
          <p:cNvCxnSpPr>
            <a:cxnSpLocks/>
            <a:endCxn id="100" idx="2"/>
          </p:cNvCxnSpPr>
          <p:nvPr/>
        </p:nvCxnSpPr>
        <p:spPr>
          <a:xfrm flipV="1">
            <a:off x="3599297" y="7736240"/>
            <a:ext cx="1" cy="50347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8" name="グラフィックス 67" descr="アドレス帳 単色塗りつぶし">
            <a:extLst>
              <a:ext uri="{FF2B5EF4-FFF2-40B4-BE49-F238E27FC236}">
                <a16:creationId xmlns:a16="http://schemas.microsoft.com/office/drawing/2014/main" id="{73777B88-EB1D-9E10-923A-64417D3C9DDD}"/>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6499318" y="7796687"/>
            <a:ext cx="821125" cy="821125"/>
          </a:xfrm>
          <a:prstGeom prst="rect">
            <a:avLst/>
          </a:prstGeom>
        </p:spPr>
      </p:pic>
      <p:cxnSp>
        <p:nvCxnSpPr>
          <p:cNvPr id="5" name="直線矢印コネクタ 4">
            <a:extLst>
              <a:ext uri="{FF2B5EF4-FFF2-40B4-BE49-F238E27FC236}">
                <a16:creationId xmlns:a16="http://schemas.microsoft.com/office/drawing/2014/main" id="{3B76A765-F3AF-4415-A28E-BE562ECA04E1}"/>
              </a:ext>
            </a:extLst>
          </p:cNvPr>
          <p:cNvCxnSpPr>
            <a:cxnSpLocks/>
          </p:cNvCxnSpPr>
          <p:nvPr/>
        </p:nvCxnSpPr>
        <p:spPr>
          <a:xfrm>
            <a:off x="3697647" y="3984468"/>
            <a:ext cx="0" cy="1941109"/>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12F1366F-5778-C90A-C85F-74A9F9EA3293}"/>
              </a:ext>
            </a:extLst>
          </p:cNvPr>
          <p:cNvCxnSpPr>
            <a:cxnSpLocks/>
          </p:cNvCxnSpPr>
          <p:nvPr/>
        </p:nvCxnSpPr>
        <p:spPr>
          <a:xfrm>
            <a:off x="3697647" y="4000500"/>
            <a:ext cx="1959034" cy="0"/>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7" name="グラフィックス 96" descr="レシート 単色塗りつぶし">
            <a:extLst>
              <a:ext uri="{FF2B5EF4-FFF2-40B4-BE49-F238E27FC236}">
                <a16:creationId xmlns:a16="http://schemas.microsoft.com/office/drawing/2014/main" id="{34DF12D0-D3B5-C421-9870-11AE6752F6C4}"/>
              </a:ext>
            </a:extLst>
          </p:cNvPr>
          <p:cNvPicPr>
            <a:picLocks noChangeAspect="1"/>
          </p:cNvPicPr>
          <p:nvPr/>
        </p:nvPicPr>
        <p:blipFill>
          <a:blip r:embed="rId13">
            <a:extLst>
              <a:ext uri="{96DAC541-7B7A-43D3-8B79-37D633B846F1}">
                <asvg:svgBlip xmlns:asvg="http://schemas.microsoft.com/office/drawing/2016/SVG/main" r:embed="rId36"/>
              </a:ext>
            </a:extLst>
          </a:blip>
          <a:stretch>
            <a:fillRect/>
          </a:stretch>
        </p:blipFill>
        <p:spPr>
          <a:xfrm>
            <a:off x="3348339" y="4754339"/>
            <a:ext cx="654366" cy="654366"/>
          </a:xfrm>
          <a:prstGeom prst="rect">
            <a:avLst/>
          </a:prstGeom>
        </p:spPr>
      </p:pic>
      <p:sp>
        <p:nvSpPr>
          <p:cNvPr id="11" name="テキスト ボックス 10">
            <a:extLst>
              <a:ext uri="{FF2B5EF4-FFF2-40B4-BE49-F238E27FC236}">
                <a16:creationId xmlns:a16="http://schemas.microsoft.com/office/drawing/2014/main" id="{8AE3A9B6-54C0-EF54-DCB0-8D716FBCC14F}"/>
              </a:ext>
            </a:extLst>
          </p:cNvPr>
          <p:cNvSpPr txBox="1"/>
          <p:nvPr/>
        </p:nvSpPr>
        <p:spPr>
          <a:xfrm>
            <a:off x="7587323" y="190005"/>
            <a:ext cx="3113353" cy="584775"/>
          </a:xfrm>
          <a:prstGeom prst="rect">
            <a:avLst/>
          </a:prstGeom>
          <a:noFill/>
        </p:spPr>
        <p:txBody>
          <a:bodyPr wrap="none" rtlCol="0">
            <a:spAutoFit/>
          </a:bodyPr>
          <a:lstStyle/>
          <a:p>
            <a:pPr algn="ctr"/>
            <a:r>
              <a:rPr kumimoji="1" lang="ja-JP" altLang="en-US" sz="3200" b="1" u="sng">
                <a:solidFill>
                  <a:schemeClr val="accent6">
                    <a:lumMod val="75000"/>
                  </a:schemeClr>
                </a:solidFill>
              </a:rPr>
              <a:t>現状未実装の所</a:t>
            </a:r>
          </a:p>
        </p:txBody>
      </p:sp>
      <p:cxnSp>
        <p:nvCxnSpPr>
          <p:cNvPr id="16" name="直線矢印コネクタ 15">
            <a:extLst>
              <a:ext uri="{FF2B5EF4-FFF2-40B4-BE49-F238E27FC236}">
                <a16:creationId xmlns:a16="http://schemas.microsoft.com/office/drawing/2014/main" id="{582D3E43-4917-611E-16B2-AD24D808668E}"/>
              </a:ext>
            </a:extLst>
          </p:cNvPr>
          <p:cNvCxnSpPr>
            <a:cxnSpLocks/>
          </p:cNvCxnSpPr>
          <p:nvPr/>
        </p:nvCxnSpPr>
        <p:spPr>
          <a:xfrm flipH="1">
            <a:off x="7277690" y="3984468"/>
            <a:ext cx="1676400" cy="5755"/>
          </a:xfrm>
          <a:prstGeom prst="straightConnector1">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グラフィックス 19" descr="レシート 単色塗りつぶし">
            <a:extLst>
              <a:ext uri="{FF2B5EF4-FFF2-40B4-BE49-F238E27FC236}">
                <a16:creationId xmlns:a16="http://schemas.microsoft.com/office/drawing/2014/main" id="{E6DB10E9-31B4-254A-BE4C-257D29D01D95}"/>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716016" y="3704938"/>
            <a:ext cx="654366" cy="654366"/>
          </a:xfrm>
          <a:prstGeom prst="rect">
            <a:avLst/>
          </a:prstGeom>
        </p:spPr>
      </p:pic>
      <p:sp>
        <p:nvSpPr>
          <p:cNvPr id="23" name="AutoShape 4">
            <a:extLst>
              <a:ext uri="{FF2B5EF4-FFF2-40B4-BE49-F238E27FC236}">
                <a16:creationId xmlns:a16="http://schemas.microsoft.com/office/drawing/2014/main" id="{A4C0C74F-C57D-1EA4-C939-841FA5C5E624}"/>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8045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3E6B-1752-7295-61E0-0A15D878E45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C97A41C-2711-DA42-9872-6E0C527CAA1A}"/>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12650559-3C96-4211-D9D1-D51ED4194025}"/>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C1CF6882-B980-6C2A-4461-FF1DFD3ACA1C}"/>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5C579079-CE1F-7F84-64D3-EE719B63F7D8}"/>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8C152D41-B2DB-9F7F-57A7-9E90C833C147}"/>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3054A466-42E6-1665-EFC5-4E191F1317E3}"/>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193253B5-0D3F-214C-95C1-83C5C6ED4D4A}"/>
              </a:ext>
            </a:extLst>
          </p:cNvPr>
          <p:cNvSpPr txBox="1"/>
          <p:nvPr/>
        </p:nvSpPr>
        <p:spPr>
          <a:xfrm>
            <a:off x="2949343" y="1371153"/>
            <a:ext cx="14309957" cy="596900"/>
          </a:xfrm>
          <a:prstGeom prst="rect">
            <a:avLst/>
          </a:prstGeom>
        </p:spPr>
        <p:txBody>
          <a:bodyPr lIns="0" tIns="0" rIns="0" bIns="0" rtlCol="0" anchor="t">
            <a:spAutoFit/>
          </a:bodyPr>
          <a:lstStyle/>
          <a:p>
            <a:pPr algn="l">
              <a:lnSpc>
                <a:spcPts val="4900"/>
              </a:lnSpc>
            </a:pPr>
            <a:r>
              <a:rPr lang="en-US"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ローカル環境でのサービスに必要な技術要素</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3865451E-C0BF-8FDB-54BE-3DB87AE7C453}"/>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a:solidFill>
                  <a:srgbClr val="FAFAFA"/>
                </a:solidFill>
                <a:latin typeface="Yu Gothic" panose="020B0400000000000000" pitchFamily="34" charset="-128"/>
                <a:ea typeface="Yu Gothic" panose="020B0400000000000000" pitchFamily="34" charset="-128"/>
                <a:cs typeface="Open Sans Bold"/>
                <a:sym typeface="Open Sans Bold"/>
              </a:rPr>
              <a:t>01</a:t>
            </a:r>
          </a:p>
        </p:txBody>
      </p:sp>
      <p:grpSp>
        <p:nvGrpSpPr>
          <p:cNvPr id="29" name="グループ化 28">
            <a:extLst>
              <a:ext uri="{FF2B5EF4-FFF2-40B4-BE49-F238E27FC236}">
                <a16:creationId xmlns:a16="http://schemas.microsoft.com/office/drawing/2014/main" id="{607CE263-638C-CC35-02B4-FB0A5F3577B6}"/>
              </a:ext>
            </a:extLst>
          </p:cNvPr>
          <p:cNvGrpSpPr/>
          <p:nvPr/>
        </p:nvGrpSpPr>
        <p:grpSpPr>
          <a:xfrm>
            <a:off x="4897196" y="2683594"/>
            <a:ext cx="1855186" cy="2078502"/>
            <a:chOff x="7213805" y="3006543"/>
            <a:chExt cx="1855186" cy="2078502"/>
          </a:xfrm>
        </p:grpSpPr>
        <p:sp>
          <p:nvSpPr>
            <p:cNvPr id="17" name="Freeform 22">
              <a:extLst>
                <a:ext uri="{FF2B5EF4-FFF2-40B4-BE49-F238E27FC236}">
                  <a16:creationId xmlns:a16="http://schemas.microsoft.com/office/drawing/2014/main" id="{694B75FC-A730-FBE2-591D-61251CB55AC6}"/>
                </a:ext>
              </a:extLst>
            </p:cNvPr>
            <p:cNvSpPr>
              <a:spLocks noChangeAspect="1"/>
            </p:cNvSpPr>
            <p:nvPr/>
          </p:nvSpPr>
          <p:spPr>
            <a:xfrm>
              <a:off x="7213805" y="3006543"/>
              <a:ext cx="1855186" cy="1498063"/>
            </a:xfrm>
            <a:custGeom>
              <a:avLst/>
              <a:gdLst/>
              <a:ahLst/>
              <a:cxnLst/>
              <a:rect l="l" t="t" r="r" b="b"/>
              <a:pathLst>
                <a:path w="1855186" h="1498063">
                  <a:moveTo>
                    <a:pt x="0" y="0"/>
                  </a:moveTo>
                  <a:lnTo>
                    <a:pt x="1855187" y="0"/>
                  </a:lnTo>
                  <a:lnTo>
                    <a:pt x="1855187" y="1498063"/>
                  </a:lnTo>
                  <a:lnTo>
                    <a:pt x="0" y="14980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ACB0C9B5-7851-67EB-CFA7-00576CCE5156}"/>
                </a:ext>
              </a:extLst>
            </p:cNvPr>
            <p:cNvSpPr txBox="1"/>
            <p:nvPr/>
          </p:nvSpPr>
          <p:spPr>
            <a:xfrm>
              <a:off x="7723275" y="4623380"/>
              <a:ext cx="845103" cy="461665"/>
            </a:xfrm>
            <a:prstGeom prst="rect">
              <a:avLst/>
            </a:prstGeom>
            <a:noFill/>
          </p:spPr>
          <p:txBody>
            <a:bodyPr wrap="none" rtlCol="0">
              <a:spAutoFit/>
            </a:bodyPr>
            <a:lstStyle/>
            <a:p>
              <a:r>
                <a:rPr kumimoji="1" lang="en-US" altLang="ja-JP" sz="2400" b="1" dirty="0">
                  <a:solidFill>
                    <a:schemeClr val="bg1">
                      <a:lumMod val="85000"/>
                    </a:schemeClr>
                  </a:solidFill>
                  <a:latin typeface="Yu Gothic" panose="020B0400000000000000" pitchFamily="34" charset="-128"/>
                  <a:ea typeface="Yu Gothic" panose="020B0400000000000000" pitchFamily="34" charset="-128"/>
                </a:rPr>
                <a:t>GCS</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30" name="グループ化 29">
            <a:extLst>
              <a:ext uri="{FF2B5EF4-FFF2-40B4-BE49-F238E27FC236}">
                <a16:creationId xmlns:a16="http://schemas.microsoft.com/office/drawing/2014/main" id="{6D7701FE-37BE-6BB4-362A-4E091A5841EE}"/>
              </a:ext>
            </a:extLst>
          </p:cNvPr>
          <p:cNvGrpSpPr/>
          <p:nvPr/>
        </p:nvGrpSpPr>
        <p:grpSpPr>
          <a:xfrm>
            <a:off x="9003837" y="2706732"/>
            <a:ext cx="2529860" cy="2055363"/>
            <a:chOff x="11486205" y="3006543"/>
            <a:chExt cx="2529860" cy="2055363"/>
          </a:xfrm>
        </p:grpSpPr>
        <p:sp>
          <p:nvSpPr>
            <p:cNvPr id="18" name="Freeform 11">
              <a:extLst>
                <a:ext uri="{FF2B5EF4-FFF2-40B4-BE49-F238E27FC236}">
                  <a16:creationId xmlns:a16="http://schemas.microsoft.com/office/drawing/2014/main" id="{355DEF15-3580-5689-1EE7-B3DBF0F95E57}"/>
                </a:ext>
              </a:extLst>
            </p:cNvPr>
            <p:cNvSpPr>
              <a:spLocks noChangeAspect="1"/>
            </p:cNvSpPr>
            <p:nvPr/>
          </p:nvSpPr>
          <p:spPr>
            <a:xfrm>
              <a:off x="11990296" y="3006543"/>
              <a:ext cx="1521679" cy="1480179"/>
            </a:xfrm>
            <a:custGeom>
              <a:avLst/>
              <a:gdLst/>
              <a:ahLst/>
              <a:cxnLst/>
              <a:rect l="l" t="t" r="r" b="b"/>
              <a:pathLst>
                <a:path w="1521679" h="1480179">
                  <a:moveTo>
                    <a:pt x="0" y="0"/>
                  </a:moveTo>
                  <a:lnTo>
                    <a:pt x="1521679" y="0"/>
                  </a:lnTo>
                  <a:lnTo>
                    <a:pt x="1521679" y="1480179"/>
                  </a:lnTo>
                  <a:lnTo>
                    <a:pt x="0" y="14801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26" name="テキスト ボックス 25">
              <a:extLst>
                <a:ext uri="{FF2B5EF4-FFF2-40B4-BE49-F238E27FC236}">
                  <a16:creationId xmlns:a16="http://schemas.microsoft.com/office/drawing/2014/main" id="{AD829664-1A3F-5860-D416-715EFA4670F4}"/>
                </a:ext>
              </a:extLst>
            </p:cNvPr>
            <p:cNvSpPr txBox="1"/>
            <p:nvPr/>
          </p:nvSpPr>
          <p:spPr>
            <a:xfrm>
              <a:off x="11486205" y="4600241"/>
              <a:ext cx="2529860" cy="461665"/>
            </a:xfrm>
            <a:prstGeom prst="rect">
              <a:avLst/>
            </a:prstGeom>
            <a:noFill/>
          </p:spPr>
          <p:txBody>
            <a:bodyPr wrap="none" rtlCol="0">
              <a:spAutoFit/>
            </a:bodyPr>
            <a:lstStyle/>
            <a:p>
              <a:r>
                <a:rPr kumimoji="1" lang="en-US" altLang="ja-JP" sz="2400" b="1" dirty="0">
                  <a:solidFill>
                    <a:schemeClr val="bg1">
                      <a:lumMod val="85000"/>
                    </a:schemeClr>
                  </a:solidFill>
                  <a:latin typeface="Yu Gothic" panose="020B0400000000000000" pitchFamily="34" charset="-128"/>
                  <a:ea typeface="Yu Gothic" panose="020B0400000000000000" pitchFamily="34" charset="-128"/>
                </a:rPr>
                <a:t>Speech-to-Text</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34" name="グループ化 33">
            <a:extLst>
              <a:ext uri="{FF2B5EF4-FFF2-40B4-BE49-F238E27FC236}">
                <a16:creationId xmlns:a16="http://schemas.microsoft.com/office/drawing/2014/main" id="{F39EDB0A-7932-EF3C-242A-4B9CDC4D056D}"/>
              </a:ext>
            </a:extLst>
          </p:cNvPr>
          <p:cNvGrpSpPr/>
          <p:nvPr/>
        </p:nvGrpSpPr>
        <p:grpSpPr>
          <a:xfrm>
            <a:off x="13260890" y="5960771"/>
            <a:ext cx="1339002" cy="1775469"/>
            <a:chOff x="2256509" y="6734974"/>
            <a:chExt cx="1339002" cy="1775469"/>
          </a:xfrm>
        </p:grpSpPr>
        <p:sp>
          <p:nvSpPr>
            <p:cNvPr id="19" name="Freeform 21">
              <a:extLst>
                <a:ext uri="{FF2B5EF4-FFF2-40B4-BE49-F238E27FC236}">
                  <a16:creationId xmlns:a16="http://schemas.microsoft.com/office/drawing/2014/main" id="{BBC59C3F-B852-EEC1-2029-BE04012DCF81}"/>
                </a:ext>
              </a:extLst>
            </p:cNvPr>
            <p:cNvSpPr>
              <a:spLocks noChangeAspect="1"/>
            </p:cNvSpPr>
            <p:nvPr/>
          </p:nvSpPr>
          <p:spPr>
            <a:xfrm>
              <a:off x="2256509" y="6734974"/>
              <a:ext cx="1219860" cy="1247938"/>
            </a:xfrm>
            <a:custGeom>
              <a:avLst/>
              <a:gdLst/>
              <a:ahLst/>
              <a:cxnLst/>
              <a:rect l="l" t="t" r="r" b="b"/>
              <a:pathLst>
                <a:path w="1341162" h="1372032">
                  <a:moveTo>
                    <a:pt x="0" y="0"/>
                  </a:moveTo>
                  <a:lnTo>
                    <a:pt x="1341162" y="0"/>
                  </a:lnTo>
                  <a:lnTo>
                    <a:pt x="1341162" y="1372032"/>
                  </a:lnTo>
                  <a:lnTo>
                    <a:pt x="0" y="13720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7" name="テキスト ボックス 26">
              <a:extLst>
                <a:ext uri="{FF2B5EF4-FFF2-40B4-BE49-F238E27FC236}">
                  <a16:creationId xmlns:a16="http://schemas.microsoft.com/office/drawing/2014/main" id="{460540FA-4262-21B9-4F49-E1816DD03D52}"/>
                </a:ext>
              </a:extLst>
            </p:cNvPr>
            <p:cNvSpPr txBox="1"/>
            <p:nvPr/>
          </p:nvSpPr>
          <p:spPr>
            <a:xfrm>
              <a:off x="2344848" y="8048778"/>
              <a:ext cx="125066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Django</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6" name="グループ化 35">
            <a:extLst>
              <a:ext uri="{FF2B5EF4-FFF2-40B4-BE49-F238E27FC236}">
                <a16:creationId xmlns:a16="http://schemas.microsoft.com/office/drawing/2014/main" id="{0D217F37-EAC5-BBE8-0223-6623E0298CA4}"/>
              </a:ext>
            </a:extLst>
          </p:cNvPr>
          <p:cNvGrpSpPr/>
          <p:nvPr/>
        </p:nvGrpSpPr>
        <p:grpSpPr>
          <a:xfrm>
            <a:off x="9747002" y="5826457"/>
            <a:ext cx="1426106" cy="1909783"/>
            <a:chOff x="7173083" y="6753785"/>
            <a:chExt cx="1426106" cy="1909783"/>
          </a:xfrm>
        </p:grpSpPr>
        <p:pic>
          <p:nvPicPr>
            <p:cNvPr id="21" name="グラフィックス 20" descr="データベース 枠線">
              <a:extLst>
                <a:ext uri="{FF2B5EF4-FFF2-40B4-BE49-F238E27FC236}">
                  <a16:creationId xmlns:a16="http://schemas.microsoft.com/office/drawing/2014/main" id="{8AC93F50-8961-8120-26AB-FFE7087B588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3083" y="6753785"/>
              <a:ext cx="1426106" cy="1426106"/>
            </a:xfrm>
            <a:prstGeom prst="rect">
              <a:avLst/>
            </a:prstGeom>
          </p:spPr>
        </p:pic>
        <p:sp>
          <p:nvSpPr>
            <p:cNvPr id="32" name="テキスト ボックス 31">
              <a:extLst>
                <a:ext uri="{FF2B5EF4-FFF2-40B4-BE49-F238E27FC236}">
                  <a16:creationId xmlns:a16="http://schemas.microsoft.com/office/drawing/2014/main" id="{36945909-1DA5-0444-247C-A7F02C29A114}"/>
                </a:ext>
              </a:extLst>
            </p:cNvPr>
            <p:cNvSpPr txBox="1"/>
            <p:nvPr/>
          </p:nvSpPr>
          <p:spPr>
            <a:xfrm>
              <a:off x="7284849" y="8201903"/>
              <a:ext cx="120257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cxnSp>
        <p:nvCxnSpPr>
          <p:cNvPr id="45" name="直線矢印コネクタ 44">
            <a:extLst>
              <a:ext uri="{FF2B5EF4-FFF2-40B4-BE49-F238E27FC236}">
                <a16:creationId xmlns:a16="http://schemas.microsoft.com/office/drawing/2014/main" id="{CA82160A-03E4-64FE-26B8-91D528F26D4B}"/>
              </a:ext>
            </a:extLst>
          </p:cNvPr>
          <p:cNvCxnSpPr>
            <a:cxnSpLocks/>
          </p:cNvCxnSpPr>
          <p:nvPr/>
        </p:nvCxnSpPr>
        <p:spPr>
          <a:xfrm>
            <a:off x="2898749" y="3722418"/>
            <a:ext cx="1676400"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9" name="グラフィックス 48" descr="音符 単色塗りつぶし">
            <a:extLst>
              <a:ext uri="{FF2B5EF4-FFF2-40B4-BE49-F238E27FC236}">
                <a16:creationId xmlns:a16="http://schemas.microsoft.com/office/drawing/2014/main" id="{2276834D-121F-5159-C495-F91E904DFA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92136" y="3304383"/>
            <a:ext cx="634281" cy="634281"/>
          </a:xfrm>
          <a:prstGeom prst="rect">
            <a:avLst/>
          </a:prstGeom>
        </p:spPr>
      </p:pic>
      <p:cxnSp>
        <p:nvCxnSpPr>
          <p:cNvPr id="54" name="直線矢印コネクタ 53">
            <a:extLst>
              <a:ext uri="{FF2B5EF4-FFF2-40B4-BE49-F238E27FC236}">
                <a16:creationId xmlns:a16="http://schemas.microsoft.com/office/drawing/2014/main" id="{27CAC2F2-E815-34A3-E307-706626DDBE11}"/>
              </a:ext>
            </a:extLst>
          </p:cNvPr>
          <p:cNvCxnSpPr>
            <a:cxnSpLocks/>
          </p:cNvCxnSpPr>
          <p:nvPr/>
        </p:nvCxnSpPr>
        <p:spPr>
          <a:xfrm>
            <a:off x="7277690" y="3480156"/>
            <a:ext cx="1676400"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5" name="グラフィックス 54" descr="音符 単色塗りつぶし">
            <a:extLst>
              <a:ext uri="{FF2B5EF4-FFF2-40B4-BE49-F238E27FC236}">
                <a16:creationId xmlns:a16="http://schemas.microsoft.com/office/drawing/2014/main" id="{359DC753-A8A1-1727-65AA-644041A4A7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71077" y="3062121"/>
            <a:ext cx="634281" cy="634281"/>
          </a:xfrm>
          <a:prstGeom prst="rect">
            <a:avLst/>
          </a:prstGeom>
        </p:spPr>
      </p:pic>
      <p:cxnSp>
        <p:nvCxnSpPr>
          <p:cNvPr id="70" name="カギ線コネクタ 69">
            <a:extLst>
              <a:ext uri="{FF2B5EF4-FFF2-40B4-BE49-F238E27FC236}">
                <a16:creationId xmlns:a16="http://schemas.microsoft.com/office/drawing/2014/main" id="{90CE65D2-1CDF-C5BF-AA14-B87C9BA8B0A8}"/>
              </a:ext>
            </a:extLst>
          </p:cNvPr>
          <p:cNvCxnSpPr>
            <a:cxnSpLocks/>
          </p:cNvCxnSpPr>
          <p:nvPr/>
        </p:nvCxnSpPr>
        <p:spPr>
          <a:xfrm rot="10800000" flipV="1">
            <a:off x="11029607" y="3282988"/>
            <a:ext cx="941426" cy="712664"/>
          </a:xfrm>
          <a:prstGeom prst="bentConnector3">
            <a:avLst>
              <a:gd name="adj1" fmla="val 12"/>
            </a:avLst>
          </a:prstGeom>
          <a:ln w="57150">
            <a:solidFill>
              <a:schemeClr val="bg1">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49F46AB-55B9-C78A-2E05-2E274D3E2963}"/>
              </a:ext>
            </a:extLst>
          </p:cNvPr>
          <p:cNvCxnSpPr>
            <a:cxnSpLocks/>
          </p:cNvCxnSpPr>
          <p:nvPr/>
        </p:nvCxnSpPr>
        <p:spPr>
          <a:xfrm>
            <a:off x="11151209" y="3282987"/>
            <a:ext cx="838200" cy="0"/>
          </a:xfrm>
          <a:prstGeom prst="straightConnector1">
            <a:avLst/>
          </a:prstGeom>
          <a:ln w="57150">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1" name="グラフィックス 80" descr="レシート 単色塗りつぶし">
            <a:extLst>
              <a:ext uri="{FF2B5EF4-FFF2-40B4-BE49-F238E27FC236}">
                <a16:creationId xmlns:a16="http://schemas.microsoft.com/office/drawing/2014/main" id="{D7906DE8-65CA-DC7C-7532-5875338794D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971033" y="3062121"/>
            <a:ext cx="1005403" cy="1005403"/>
          </a:xfrm>
          <a:prstGeom prst="rect">
            <a:avLst/>
          </a:prstGeom>
        </p:spPr>
      </p:pic>
      <p:grpSp>
        <p:nvGrpSpPr>
          <p:cNvPr id="83" name="グループ化 82">
            <a:extLst>
              <a:ext uri="{FF2B5EF4-FFF2-40B4-BE49-F238E27FC236}">
                <a16:creationId xmlns:a16="http://schemas.microsoft.com/office/drawing/2014/main" id="{34ACD628-D378-79E8-5CB8-2F58EB0FA61B}"/>
              </a:ext>
            </a:extLst>
          </p:cNvPr>
          <p:cNvGrpSpPr/>
          <p:nvPr/>
        </p:nvGrpSpPr>
        <p:grpSpPr>
          <a:xfrm>
            <a:off x="1371600" y="2676668"/>
            <a:ext cx="1565399" cy="2088047"/>
            <a:chOff x="2175483" y="3006543"/>
            <a:chExt cx="1565399" cy="2088047"/>
          </a:xfrm>
        </p:grpSpPr>
        <p:sp>
          <p:nvSpPr>
            <p:cNvPr id="84" name="Freeform 9">
              <a:extLst>
                <a:ext uri="{FF2B5EF4-FFF2-40B4-BE49-F238E27FC236}">
                  <a16:creationId xmlns:a16="http://schemas.microsoft.com/office/drawing/2014/main" id="{488BA2E7-60A4-A452-6E6F-2B0CE720FA16}"/>
                </a:ext>
              </a:extLst>
            </p:cNvPr>
            <p:cNvSpPr>
              <a:spLocks noChangeAspect="1"/>
            </p:cNvSpPr>
            <p:nvPr/>
          </p:nvSpPr>
          <p:spPr>
            <a:xfrm>
              <a:off x="2175483" y="3006543"/>
              <a:ext cx="1565399" cy="1525552"/>
            </a:xfrm>
            <a:custGeom>
              <a:avLst/>
              <a:gdLst/>
              <a:ahLst/>
              <a:cxnLst/>
              <a:rect l="l" t="t" r="r" b="b"/>
              <a:pathLst>
                <a:path w="1565399" h="1525552">
                  <a:moveTo>
                    <a:pt x="0" y="0"/>
                  </a:moveTo>
                  <a:lnTo>
                    <a:pt x="1565399" y="0"/>
                  </a:lnTo>
                  <a:lnTo>
                    <a:pt x="1565399" y="1525552"/>
                  </a:lnTo>
                  <a:lnTo>
                    <a:pt x="0" y="152555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ja-JP" altLang="en-US">
                <a:solidFill>
                  <a:schemeClr val="bg1">
                    <a:lumMod val="85000"/>
                  </a:schemeClr>
                </a:solidFill>
                <a:latin typeface="Yu Gothic" panose="020B0400000000000000" pitchFamily="34" charset="-128"/>
                <a:ea typeface="Yu Gothic" panose="020B0400000000000000" pitchFamily="34" charset="-128"/>
              </a:endParaRPr>
            </a:p>
          </p:txBody>
        </p:sp>
        <p:sp>
          <p:nvSpPr>
            <p:cNvPr id="85" name="テキスト ボックス 84">
              <a:extLst>
                <a:ext uri="{FF2B5EF4-FFF2-40B4-BE49-F238E27FC236}">
                  <a16:creationId xmlns:a16="http://schemas.microsoft.com/office/drawing/2014/main" id="{B5B3901C-1A07-5D6F-E117-11808EDAAB69}"/>
                </a:ext>
              </a:extLst>
            </p:cNvPr>
            <p:cNvSpPr txBox="1"/>
            <p:nvPr/>
          </p:nvSpPr>
          <p:spPr>
            <a:xfrm>
              <a:off x="2274341" y="4632925"/>
              <a:ext cx="1367682" cy="461665"/>
            </a:xfrm>
            <a:prstGeom prst="rect">
              <a:avLst/>
            </a:prstGeom>
            <a:noFill/>
          </p:spPr>
          <p:txBody>
            <a:bodyPr wrap="none" rtlCol="0">
              <a:spAutoFit/>
            </a:bodyPr>
            <a:lstStyle/>
            <a:p>
              <a:r>
                <a:rPr kumimoji="1" lang="en-US" altLang="ja-JP" sz="2400" b="1" dirty="0" err="1">
                  <a:solidFill>
                    <a:schemeClr val="bg1">
                      <a:lumMod val="85000"/>
                    </a:schemeClr>
                  </a:solidFill>
                  <a:latin typeface="Yu Gothic" panose="020B0400000000000000" pitchFamily="34" charset="-128"/>
                  <a:ea typeface="Yu Gothic" panose="020B0400000000000000" pitchFamily="34" charset="-128"/>
                </a:rPr>
                <a:t>pyaudio</a:t>
              </a:r>
              <a:endParaRPr kumimoji="1" lang="ja-JP" altLang="en-US" sz="2400" b="1">
                <a:solidFill>
                  <a:schemeClr val="bg1">
                    <a:lumMod val="85000"/>
                  </a:schemeClr>
                </a:solidFill>
                <a:latin typeface="Yu Gothic" panose="020B0400000000000000" pitchFamily="34" charset="-128"/>
                <a:ea typeface="Yu Gothic" panose="020B0400000000000000" pitchFamily="34" charset="-128"/>
              </a:endParaRPr>
            </a:p>
          </p:txBody>
        </p:sp>
      </p:grpSp>
      <p:grpSp>
        <p:nvGrpSpPr>
          <p:cNvPr id="101" name="グループ化 100">
            <a:extLst>
              <a:ext uri="{FF2B5EF4-FFF2-40B4-BE49-F238E27FC236}">
                <a16:creationId xmlns:a16="http://schemas.microsoft.com/office/drawing/2014/main" id="{18486881-168D-6ACA-F8C9-39FDE6AFC9BE}"/>
              </a:ext>
            </a:extLst>
          </p:cNvPr>
          <p:cNvGrpSpPr/>
          <p:nvPr/>
        </p:nvGrpSpPr>
        <p:grpSpPr>
          <a:xfrm>
            <a:off x="2451387" y="5716017"/>
            <a:ext cx="2295821" cy="2020223"/>
            <a:chOff x="2637565" y="6122140"/>
            <a:chExt cx="2295821" cy="2020223"/>
          </a:xfrm>
        </p:grpSpPr>
        <p:sp>
          <p:nvSpPr>
            <p:cNvPr id="99" name="Freeform 7">
              <a:extLst>
                <a:ext uri="{FF2B5EF4-FFF2-40B4-BE49-F238E27FC236}">
                  <a16:creationId xmlns:a16="http://schemas.microsoft.com/office/drawing/2014/main" id="{FC47B5B6-AD52-612A-0489-3F5C283FC0A1}"/>
                </a:ext>
              </a:extLst>
            </p:cNvPr>
            <p:cNvSpPr/>
            <p:nvPr/>
          </p:nvSpPr>
          <p:spPr>
            <a:xfrm>
              <a:off x="2874802" y="6122140"/>
              <a:ext cx="1821353" cy="1498063"/>
            </a:xfrm>
            <a:custGeom>
              <a:avLst/>
              <a:gdLst/>
              <a:ahLst/>
              <a:cxnLst/>
              <a:rect l="l" t="t" r="r" b="b"/>
              <a:pathLst>
                <a:path w="1821353" h="1498063">
                  <a:moveTo>
                    <a:pt x="0" y="0"/>
                  </a:moveTo>
                  <a:lnTo>
                    <a:pt x="1821353" y="0"/>
                  </a:lnTo>
                  <a:lnTo>
                    <a:pt x="1821353" y="1498063"/>
                  </a:lnTo>
                  <a:lnTo>
                    <a:pt x="0" y="14980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ja-JP" altLang="en-US"/>
            </a:p>
          </p:txBody>
        </p:sp>
        <p:sp>
          <p:nvSpPr>
            <p:cNvPr id="100" name="テキスト ボックス 99">
              <a:extLst>
                <a:ext uri="{FF2B5EF4-FFF2-40B4-BE49-F238E27FC236}">
                  <a16:creationId xmlns:a16="http://schemas.microsoft.com/office/drawing/2014/main" id="{DA1917F0-0199-94D6-8905-47AAB7AF5D87}"/>
                </a:ext>
              </a:extLst>
            </p:cNvPr>
            <p:cNvSpPr txBox="1"/>
            <p:nvPr/>
          </p:nvSpPr>
          <p:spPr>
            <a:xfrm>
              <a:off x="2637565" y="7773031"/>
              <a:ext cx="2295821" cy="369332"/>
            </a:xfrm>
            <a:prstGeom prst="rect">
              <a:avLst/>
            </a:prstGeom>
            <a:noFill/>
          </p:spPr>
          <p:txBody>
            <a:bodyPr wrap="none" rtlCol="0">
              <a:spAutoFit/>
            </a:bodyPr>
            <a:lstStyle/>
            <a:p>
              <a:pPr algn="ctr"/>
              <a:r>
                <a:rPr kumimoji="1" lang="en-US" altLang="ja-JP" b="1" dirty="0">
                  <a:solidFill>
                    <a:schemeClr val="tx2">
                      <a:lumMod val="75000"/>
                    </a:schemeClr>
                  </a:solidFill>
                  <a:latin typeface="Yu Gothic" panose="020B0400000000000000" pitchFamily="34" charset="-128"/>
                  <a:ea typeface="Yu Gothic" panose="020B0400000000000000" pitchFamily="34" charset="-128"/>
                </a:rPr>
                <a:t>Zero-shot-learning</a:t>
              </a:r>
            </a:p>
          </p:txBody>
        </p:sp>
      </p:grpSp>
      <p:cxnSp>
        <p:nvCxnSpPr>
          <p:cNvPr id="102" name="直線矢印コネクタ 101">
            <a:extLst>
              <a:ext uri="{FF2B5EF4-FFF2-40B4-BE49-F238E27FC236}">
                <a16:creationId xmlns:a16="http://schemas.microsoft.com/office/drawing/2014/main" id="{872326B5-4A93-3D4B-FFCD-642F43D696F0}"/>
              </a:ext>
            </a:extLst>
          </p:cNvPr>
          <p:cNvCxnSpPr>
            <a:cxnSpLocks/>
          </p:cNvCxnSpPr>
          <p:nvPr/>
        </p:nvCxnSpPr>
        <p:spPr>
          <a:xfrm>
            <a:off x="8043199" y="6349731"/>
            <a:ext cx="181556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7" name="グラフィックス 106" descr="コメント: ハート 単色塗りつぶし">
            <a:extLst>
              <a:ext uri="{FF2B5EF4-FFF2-40B4-BE49-F238E27FC236}">
                <a16:creationId xmlns:a16="http://schemas.microsoft.com/office/drawing/2014/main" id="{6F4A2ED8-6626-1738-E73E-74995FEF28A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40999" y="5829300"/>
            <a:ext cx="821125" cy="821125"/>
          </a:xfrm>
          <a:prstGeom prst="rect">
            <a:avLst/>
          </a:prstGeom>
        </p:spPr>
      </p:pic>
      <p:grpSp>
        <p:nvGrpSpPr>
          <p:cNvPr id="112" name="グループ化 111">
            <a:extLst>
              <a:ext uri="{FF2B5EF4-FFF2-40B4-BE49-F238E27FC236}">
                <a16:creationId xmlns:a16="http://schemas.microsoft.com/office/drawing/2014/main" id="{CF124466-3981-0697-0712-4C0DBBCE1272}"/>
              </a:ext>
            </a:extLst>
          </p:cNvPr>
          <p:cNvGrpSpPr/>
          <p:nvPr/>
        </p:nvGrpSpPr>
        <p:grpSpPr>
          <a:xfrm>
            <a:off x="16611621" y="5841969"/>
            <a:ext cx="1676379" cy="1894271"/>
            <a:chOff x="14518479" y="5789880"/>
            <a:chExt cx="1676379" cy="1894271"/>
          </a:xfrm>
        </p:grpSpPr>
        <p:pic>
          <p:nvPicPr>
            <p:cNvPr id="110" name="グラフィックス 109" descr="男性のプロフィール 枠線">
              <a:extLst>
                <a:ext uri="{FF2B5EF4-FFF2-40B4-BE49-F238E27FC236}">
                  <a16:creationId xmlns:a16="http://schemas.microsoft.com/office/drawing/2014/main" id="{264EF05C-7A41-1D6D-4695-D3FE4A8A58B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4518479" y="5789880"/>
              <a:ext cx="1676379" cy="1676379"/>
            </a:xfrm>
            <a:prstGeom prst="rect">
              <a:avLst/>
            </a:prstGeom>
          </p:spPr>
        </p:pic>
        <p:sp>
          <p:nvSpPr>
            <p:cNvPr id="111" name="テキスト ボックス 110">
              <a:extLst>
                <a:ext uri="{FF2B5EF4-FFF2-40B4-BE49-F238E27FC236}">
                  <a16:creationId xmlns:a16="http://schemas.microsoft.com/office/drawing/2014/main" id="{D41863EC-1D28-2D82-8499-3C46BE14A700}"/>
                </a:ext>
              </a:extLst>
            </p:cNvPr>
            <p:cNvSpPr txBox="1"/>
            <p:nvPr/>
          </p:nvSpPr>
          <p:spPr>
            <a:xfrm>
              <a:off x="14648782" y="7222486"/>
              <a:ext cx="1415772" cy="461665"/>
            </a:xfrm>
            <a:prstGeom prst="rect">
              <a:avLst/>
            </a:prstGeom>
            <a:noFill/>
          </p:spPr>
          <p:txBody>
            <a:bodyPr wrap="none" rtlCol="0">
              <a:spAutoFit/>
            </a:bodyPr>
            <a:lstStyle/>
            <a:p>
              <a:r>
                <a:rPr kumimoji="1" lang="ja-JP" altLang="en-US" sz="2400" b="1">
                  <a:solidFill>
                    <a:schemeClr val="tx2">
                      <a:lumMod val="75000"/>
                    </a:schemeClr>
                  </a:solidFill>
                  <a:latin typeface="Yu Gothic" panose="020B0400000000000000" pitchFamily="34" charset="-128"/>
                  <a:ea typeface="Yu Gothic" panose="020B0400000000000000" pitchFamily="34" charset="-128"/>
                </a:rPr>
                <a:t>ユーザー</a:t>
              </a:r>
            </a:p>
          </p:txBody>
        </p:sp>
      </p:grpSp>
      <p:cxnSp>
        <p:nvCxnSpPr>
          <p:cNvPr id="113" name="直線矢印コネクタ 112">
            <a:extLst>
              <a:ext uri="{FF2B5EF4-FFF2-40B4-BE49-F238E27FC236}">
                <a16:creationId xmlns:a16="http://schemas.microsoft.com/office/drawing/2014/main" id="{51B0E911-596D-7B10-ECFD-54F529C1453A}"/>
              </a:ext>
            </a:extLst>
          </p:cNvPr>
          <p:cNvCxnSpPr>
            <a:cxnSpLocks/>
          </p:cNvCxnSpPr>
          <p:nvPr/>
        </p:nvCxnSpPr>
        <p:spPr>
          <a:xfrm>
            <a:off x="11264042" y="636861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840A8B15-256A-B735-C51B-DE57CB52BD7C}"/>
              </a:ext>
            </a:extLst>
          </p:cNvPr>
          <p:cNvCxnSpPr>
            <a:cxnSpLocks/>
          </p:cNvCxnSpPr>
          <p:nvPr/>
        </p:nvCxnSpPr>
        <p:spPr>
          <a:xfrm>
            <a:off x="14765669" y="6852919"/>
            <a:ext cx="1554798" cy="0"/>
          </a:xfrm>
          <a:prstGeom prst="straightConnector1">
            <a:avLst/>
          </a:prstGeom>
          <a:ln w="762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矢印コネクタ 120">
            <a:extLst>
              <a:ext uri="{FF2B5EF4-FFF2-40B4-BE49-F238E27FC236}">
                <a16:creationId xmlns:a16="http://schemas.microsoft.com/office/drawing/2014/main" id="{3053CC80-221C-5E4E-C75E-1BF6E13A6728}"/>
              </a:ext>
            </a:extLst>
          </p:cNvPr>
          <p:cNvCxnSpPr>
            <a:cxnSpLocks/>
          </p:cNvCxnSpPr>
          <p:nvPr/>
        </p:nvCxnSpPr>
        <p:spPr>
          <a:xfrm>
            <a:off x="11264042" y="6915230"/>
            <a:ext cx="1554798" cy="0"/>
          </a:xfrm>
          <a:prstGeom prst="straightConnector1">
            <a:avLst/>
          </a:prstGeom>
          <a:ln w="762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A488C6FC-3B22-6D52-8783-B7C2CAE5C5C0}"/>
              </a:ext>
            </a:extLst>
          </p:cNvPr>
          <p:cNvCxnSpPr>
            <a:cxnSpLocks/>
          </p:cNvCxnSpPr>
          <p:nvPr/>
        </p:nvCxnSpPr>
        <p:spPr>
          <a:xfrm>
            <a:off x="14828357" y="6342396"/>
            <a:ext cx="155479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7" name="グラフィックス 126" descr="コメント: ハート 単色塗りつぶし">
            <a:extLst>
              <a:ext uri="{FF2B5EF4-FFF2-40B4-BE49-F238E27FC236}">
                <a16:creationId xmlns:a16="http://schemas.microsoft.com/office/drawing/2014/main" id="{EE858361-1D5D-9A0E-9532-9381C5D3D3F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654253" y="5848371"/>
            <a:ext cx="821125" cy="821125"/>
          </a:xfrm>
          <a:prstGeom prst="rect">
            <a:avLst/>
          </a:prstGeom>
        </p:spPr>
      </p:pic>
      <p:pic>
        <p:nvPicPr>
          <p:cNvPr id="128" name="グラフィックス 127" descr="コメント: ハート 単色塗りつぶし">
            <a:extLst>
              <a:ext uri="{FF2B5EF4-FFF2-40B4-BE49-F238E27FC236}">
                <a16:creationId xmlns:a16="http://schemas.microsoft.com/office/drawing/2014/main" id="{D185BBD2-1600-B0D3-98C9-DCCBCF79208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72987" y="5846375"/>
            <a:ext cx="821125" cy="821125"/>
          </a:xfrm>
          <a:prstGeom prst="rect">
            <a:avLst/>
          </a:prstGeom>
        </p:spPr>
      </p:pic>
      <p:cxnSp>
        <p:nvCxnSpPr>
          <p:cNvPr id="129" name="直線矢印コネクタ 128">
            <a:extLst>
              <a:ext uri="{FF2B5EF4-FFF2-40B4-BE49-F238E27FC236}">
                <a16:creationId xmlns:a16="http://schemas.microsoft.com/office/drawing/2014/main" id="{18BA8E81-3CF3-383C-60F8-8F34409991AD}"/>
              </a:ext>
            </a:extLst>
          </p:cNvPr>
          <p:cNvCxnSpPr>
            <a:cxnSpLocks/>
            <a:endCxn id="85" idx="2"/>
          </p:cNvCxnSpPr>
          <p:nvPr/>
        </p:nvCxnSpPr>
        <p:spPr>
          <a:xfrm flipV="1">
            <a:off x="2154299" y="4764715"/>
            <a:ext cx="0" cy="441466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線矢印コネクタ 131">
            <a:extLst>
              <a:ext uri="{FF2B5EF4-FFF2-40B4-BE49-F238E27FC236}">
                <a16:creationId xmlns:a16="http://schemas.microsoft.com/office/drawing/2014/main" id="{A65F6F21-DF58-F979-B018-F3D92DAAC3EC}"/>
              </a:ext>
            </a:extLst>
          </p:cNvPr>
          <p:cNvCxnSpPr>
            <a:cxnSpLocks/>
          </p:cNvCxnSpPr>
          <p:nvPr/>
        </p:nvCxnSpPr>
        <p:spPr>
          <a:xfrm flipV="1">
            <a:off x="2133600" y="9179375"/>
            <a:ext cx="15316210" cy="272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255CF375-BD8B-33DE-3745-B25775B5FF5B}"/>
              </a:ext>
            </a:extLst>
          </p:cNvPr>
          <p:cNvCxnSpPr>
            <a:cxnSpLocks/>
          </p:cNvCxnSpPr>
          <p:nvPr/>
        </p:nvCxnSpPr>
        <p:spPr>
          <a:xfrm flipH="1">
            <a:off x="17429111" y="7749801"/>
            <a:ext cx="20699" cy="1443135"/>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角丸四角形 27">
            <a:extLst>
              <a:ext uri="{FF2B5EF4-FFF2-40B4-BE49-F238E27FC236}">
                <a16:creationId xmlns:a16="http://schemas.microsoft.com/office/drawing/2014/main" id="{AAEBCCF1-526E-CF91-51C4-AF981E77C422}"/>
              </a:ext>
            </a:extLst>
          </p:cNvPr>
          <p:cNvSpPr/>
          <p:nvPr/>
        </p:nvSpPr>
        <p:spPr>
          <a:xfrm>
            <a:off x="443701" y="5483029"/>
            <a:ext cx="918672" cy="3546669"/>
          </a:xfrm>
          <a:prstGeom prst="roundRect">
            <a:avLst/>
          </a:prstGeom>
          <a:solidFill>
            <a:srgbClr val="FFE8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データ分析</a:t>
            </a:r>
            <a:endParaRPr kumimoji="1" lang="en-US" altLang="ja-JP" dirty="0">
              <a:solidFill>
                <a:schemeClr val="tx1"/>
              </a:solidFill>
            </a:endParaRPr>
          </a:p>
          <a:p>
            <a:pPr algn="ctr"/>
            <a:r>
              <a:rPr kumimoji="1" lang="en-US" altLang="ja-JP" dirty="0">
                <a:solidFill>
                  <a:schemeClr val="tx1"/>
                </a:solidFill>
              </a:rPr>
              <a:t>to</a:t>
            </a:r>
          </a:p>
          <a:p>
            <a:pPr algn="ctr"/>
            <a:r>
              <a:rPr kumimoji="1" lang="ja-JP" altLang="en-US">
                <a:solidFill>
                  <a:schemeClr val="tx1"/>
                </a:solidFill>
              </a:rPr>
              <a:t>表示</a:t>
            </a:r>
            <a:endParaRPr kumimoji="1" lang="en-US" altLang="ja-JP" dirty="0">
              <a:solidFill>
                <a:schemeClr val="tx1"/>
              </a:solidFill>
            </a:endParaRPr>
          </a:p>
        </p:txBody>
      </p:sp>
      <p:grpSp>
        <p:nvGrpSpPr>
          <p:cNvPr id="24" name="グループ化 23">
            <a:extLst>
              <a:ext uri="{FF2B5EF4-FFF2-40B4-BE49-F238E27FC236}">
                <a16:creationId xmlns:a16="http://schemas.microsoft.com/office/drawing/2014/main" id="{A1755934-EA97-69DE-F6D6-448FF7E5FB9E}"/>
              </a:ext>
            </a:extLst>
          </p:cNvPr>
          <p:cNvGrpSpPr/>
          <p:nvPr/>
        </p:nvGrpSpPr>
        <p:grpSpPr>
          <a:xfrm>
            <a:off x="5736610" y="5665364"/>
            <a:ext cx="2492990" cy="2068936"/>
            <a:chOff x="5071589" y="5451656"/>
            <a:chExt cx="2492990" cy="2068936"/>
          </a:xfrm>
        </p:grpSpPr>
        <p:pic>
          <p:nvPicPr>
            <p:cNvPr id="14" name="グラフィックス 13" descr="ダンス 枠線">
              <a:extLst>
                <a:ext uri="{FF2B5EF4-FFF2-40B4-BE49-F238E27FC236}">
                  <a16:creationId xmlns:a16="http://schemas.microsoft.com/office/drawing/2014/main" id="{F962D41F-48DF-ABB3-E855-A4C09BF1346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366987" y="5451656"/>
              <a:ext cx="1859384" cy="1859384"/>
            </a:xfrm>
            <a:prstGeom prst="rect">
              <a:avLst/>
            </a:prstGeom>
          </p:spPr>
        </p:pic>
        <p:sp>
          <p:nvSpPr>
            <p:cNvPr id="22" name="テキスト ボックス 21">
              <a:extLst>
                <a:ext uri="{FF2B5EF4-FFF2-40B4-BE49-F238E27FC236}">
                  <a16:creationId xmlns:a16="http://schemas.microsoft.com/office/drawing/2014/main" id="{85B3E01C-01E7-FAFE-C3D2-4EECD659063A}"/>
                </a:ext>
              </a:extLst>
            </p:cNvPr>
            <p:cNvSpPr txBox="1"/>
            <p:nvPr/>
          </p:nvSpPr>
          <p:spPr>
            <a:xfrm>
              <a:off x="5071589" y="7120482"/>
              <a:ext cx="2492990" cy="400110"/>
            </a:xfrm>
            <a:prstGeom prst="rect">
              <a:avLst/>
            </a:prstGeom>
            <a:noFill/>
          </p:spPr>
          <p:txBody>
            <a:bodyPr wrap="none" rtlCol="0">
              <a:spAutoFit/>
            </a:bodyPr>
            <a:lstStyle/>
            <a:p>
              <a:pPr algn="ctr"/>
              <a:r>
                <a:rPr kumimoji="1" lang="ja-JP" altLang="en-US" sz="2000" b="1">
                  <a:solidFill>
                    <a:schemeClr val="tx2">
                      <a:lumMod val="75000"/>
                    </a:schemeClr>
                  </a:solidFill>
                  <a:latin typeface="Yu Gothic" panose="020B0400000000000000" pitchFamily="34" charset="-128"/>
                  <a:ea typeface="Yu Gothic" panose="020B0400000000000000" pitchFamily="34" charset="-128"/>
                </a:rPr>
                <a:t>マッチングシステム</a:t>
              </a:r>
            </a:p>
          </p:txBody>
        </p:sp>
      </p:grpSp>
      <p:cxnSp>
        <p:nvCxnSpPr>
          <p:cNvPr id="47" name="直線矢印コネクタ 46">
            <a:extLst>
              <a:ext uri="{FF2B5EF4-FFF2-40B4-BE49-F238E27FC236}">
                <a16:creationId xmlns:a16="http://schemas.microsoft.com/office/drawing/2014/main" id="{910032C6-4C70-666C-53D5-CB569FDF0A02}"/>
              </a:ext>
            </a:extLst>
          </p:cNvPr>
          <p:cNvCxnSpPr>
            <a:cxnSpLocks/>
          </p:cNvCxnSpPr>
          <p:nvPr/>
        </p:nvCxnSpPr>
        <p:spPr>
          <a:xfrm>
            <a:off x="4541094" y="6349731"/>
            <a:ext cx="1250357"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50" name="グラフィックス 49" descr="アドレス帳 単色塗りつぶし">
            <a:extLst>
              <a:ext uri="{FF2B5EF4-FFF2-40B4-BE49-F238E27FC236}">
                <a16:creationId xmlns:a16="http://schemas.microsoft.com/office/drawing/2014/main" id="{4C766515-A16B-0EA6-3FC4-AE839F2E0858}"/>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4723203" y="5945274"/>
            <a:ext cx="821125" cy="821125"/>
          </a:xfrm>
          <a:prstGeom prst="rect">
            <a:avLst/>
          </a:prstGeom>
        </p:spPr>
      </p:pic>
      <p:grpSp>
        <p:nvGrpSpPr>
          <p:cNvPr id="53" name="グループ化 52">
            <a:extLst>
              <a:ext uri="{FF2B5EF4-FFF2-40B4-BE49-F238E27FC236}">
                <a16:creationId xmlns:a16="http://schemas.microsoft.com/office/drawing/2014/main" id="{A1F1EE88-1A01-E225-31A9-85E6B1FBDF47}"/>
              </a:ext>
            </a:extLst>
          </p:cNvPr>
          <p:cNvGrpSpPr/>
          <p:nvPr/>
        </p:nvGrpSpPr>
        <p:grpSpPr>
          <a:xfrm>
            <a:off x="13401661" y="1988751"/>
            <a:ext cx="4552419" cy="2812676"/>
            <a:chOff x="13447104" y="1589979"/>
            <a:chExt cx="4552419" cy="2812676"/>
          </a:xfrm>
        </p:grpSpPr>
        <p:sp>
          <p:nvSpPr>
            <p:cNvPr id="146" name="正方形/長方形 145">
              <a:extLst>
                <a:ext uri="{FF2B5EF4-FFF2-40B4-BE49-F238E27FC236}">
                  <a16:creationId xmlns:a16="http://schemas.microsoft.com/office/drawing/2014/main" id="{602F1535-6448-966E-1BEE-6C07F5E37510}"/>
                </a:ext>
              </a:extLst>
            </p:cNvPr>
            <p:cNvSpPr/>
            <p:nvPr/>
          </p:nvSpPr>
          <p:spPr>
            <a:xfrm>
              <a:off x="13447104" y="1589979"/>
              <a:ext cx="4552419" cy="2812676"/>
            </a:xfrm>
            <a:prstGeom prst="rect">
              <a:avLst/>
            </a:prstGeom>
            <a:solidFill>
              <a:schemeClr val="accent3">
                <a:lumMod val="20000"/>
                <a:lumOff val="80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0AB255DF-A165-3E52-644B-6304B621AB59}"/>
                </a:ext>
              </a:extLst>
            </p:cNvPr>
            <p:cNvSpPr txBox="1"/>
            <p:nvPr/>
          </p:nvSpPr>
          <p:spPr>
            <a:xfrm>
              <a:off x="14413095" y="1748998"/>
              <a:ext cx="2031325" cy="2585323"/>
            </a:xfrm>
            <a:prstGeom prst="rect">
              <a:avLst/>
            </a:prstGeom>
            <a:noFill/>
          </p:spPr>
          <p:txBody>
            <a:bodyPr wrap="none" rtlCol="0">
              <a:spAutoFit/>
            </a:bodyPr>
            <a:lstStyle/>
            <a:p>
              <a:r>
                <a:rPr kumimoji="1" lang="ja-JP" altLang="en-US" b="1">
                  <a:solidFill>
                    <a:schemeClr val="accent5">
                      <a:lumMod val="50000"/>
                    </a:schemeClr>
                  </a:solidFill>
                  <a:latin typeface="Yu Gothic" panose="020B0400000000000000" pitchFamily="34" charset="-128"/>
                  <a:ea typeface="Yu Gothic" panose="020B0400000000000000" pitchFamily="34" charset="-128"/>
                </a:rPr>
                <a:t>：音声データ</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：文字データ</a:t>
              </a: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：ラベル</a:t>
              </a:r>
              <a:r>
                <a:rPr kumimoji="1" lang="en-US" altLang="ja-JP" b="1" dirty="0">
                  <a:solidFill>
                    <a:schemeClr val="accent5">
                      <a:lumMod val="50000"/>
                    </a:schemeClr>
                  </a:solidFill>
                  <a:latin typeface="Yu Gothic" panose="020B0400000000000000" pitchFamily="34" charset="-128"/>
                  <a:ea typeface="Yu Gothic" panose="020B0400000000000000" pitchFamily="34" charset="-128"/>
                </a:rPr>
                <a:t>/</a:t>
              </a:r>
              <a:r>
                <a:rPr kumimoji="1" lang="ja-JP" altLang="en-US" b="1">
                  <a:solidFill>
                    <a:schemeClr val="accent5">
                      <a:lumMod val="50000"/>
                    </a:schemeClr>
                  </a:solidFill>
                  <a:latin typeface="Yu Gothic" panose="020B0400000000000000" pitchFamily="34" charset="-128"/>
                  <a:ea typeface="Yu Gothic" panose="020B0400000000000000" pitchFamily="34" charset="-128"/>
                </a:rPr>
                <a:t>スコア</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：マッチング結果</a:t>
              </a:r>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endParaRPr kumimoji="1" lang="en-US" altLang="ja-JP" b="1" dirty="0">
                <a:solidFill>
                  <a:schemeClr val="accent5">
                    <a:lumMod val="50000"/>
                  </a:schemeClr>
                </a:solidFill>
                <a:latin typeface="Yu Gothic" panose="020B0400000000000000" pitchFamily="34" charset="-128"/>
                <a:ea typeface="Yu Gothic" panose="020B0400000000000000" pitchFamily="34" charset="-128"/>
              </a:endParaRPr>
            </a:p>
            <a:p>
              <a:r>
                <a:rPr kumimoji="1" lang="ja-JP" altLang="en-US" b="1">
                  <a:solidFill>
                    <a:schemeClr val="accent5">
                      <a:lumMod val="50000"/>
                    </a:schemeClr>
                  </a:solidFill>
                  <a:latin typeface="Yu Gothic" panose="020B0400000000000000" pitchFamily="34" charset="-128"/>
                  <a:ea typeface="Yu Gothic" panose="020B0400000000000000" pitchFamily="34" charset="-128"/>
                </a:rPr>
                <a:t>：プロフィール</a:t>
              </a:r>
            </a:p>
          </p:txBody>
        </p:sp>
        <p:pic>
          <p:nvPicPr>
            <p:cNvPr id="139" name="グラフィックス 138" descr="音符 単色塗りつぶし">
              <a:extLst>
                <a:ext uri="{FF2B5EF4-FFF2-40B4-BE49-F238E27FC236}">
                  <a16:creationId xmlns:a16="http://schemas.microsoft.com/office/drawing/2014/main" id="{E7B82316-CD8F-8AFC-67B9-33C75D64343C}"/>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782048" y="1639283"/>
              <a:ext cx="532417" cy="532417"/>
            </a:xfrm>
            <a:prstGeom prst="rect">
              <a:avLst/>
            </a:prstGeom>
          </p:spPr>
        </p:pic>
        <p:pic>
          <p:nvPicPr>
            <p:cNvPr id="141" name="グラフィックス 140" descr="レシート 単色塗りつぶし">
              <a:extLst>
                <a:ext uri="{FF2B5EF4-FFF2-40B4-BE49-F238E27FC236}">
                  <a16:creationId xmlns:a16="http://schemas.microsoft.com/office/drawing/2014/main" id="{CBD7077D-0D94-3C5A-4683-46999705530D}"/>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3782048" y="2171700"/>
              <a:ext cx="532416" cy="532416"/>
            </a:xfrm>
            <a:prstGeom prst="rect">
              <a:avLst/>
            </a:prstGeom>
          </p:spPr>
        </p:pic>
        <p:pic>
          <p:nvPicPr>
            <p:cNvPr id="142" name="グラフィックス 141" descr="コメント: ハート 単色塗りつぶし">
              <a:extLst>
                <a:ext uri="{FF2B5EF4-FFF2-40B4-BE49-F238E27FC236}">
                  <a16:creationId xmlns:a16="http://schemas.microsoft.com/office/drawing/2014/main" id="{A6ABEA0C-1813-C610-D163-DE8813896D15}"/>
                </a:ext>
              </a:extLst>
            </p:cNvPr>
            <p:cNvPicPr>
              <a:picLocks noChangeAspect="1"/>
            </p:cNvPicPr>
            <p:nvPr/>
          </p:nvPicPr>
          <p:blipFill>
            <a:blip r:embed="rId19">
              <a:extLst>
                <a:ext uri="{96DAC541-7B7A-43D3-8B79-37D633B846F1}">
                  <asvg:svgBlip xmlns:asvg="http://schemas.microsoft.com/office/drawing/2016/SVG/main" r:embed="rId31"/>
                </a:ext>
              </a:extLst>
            </a:blip>
            <a:stretch>
              <a:fillRect/>
            </a:stretch>
          </p:blipFill>
          <p:spPr>
            <a:xfrm>
              <a:off x="13735337" y="3313465"/>
              <a:ext cx="610835" cy="610835"/>
            </a:xfrm>
            <a:prstGeom prst="rect">
              <a:avLst/>
            </a:prstGeom>
          </p:spPr>
        </p:pic>
        <p:pic>
          <p:nvPicPr>
            <p:cNvPr id="145" name="グラフィックス 144" descr="クリップ 単色塗りつぶし">
              <a:extLst>
                <a:ext uri="{FF2B5EF4-FFF2-40B4-BE49-F238E27FC236}">
                  <a16:creationId xmlns:a16="http://schemas.microsoft.com/office/drawing/2014/main" id="{2272A3EC-97BC-4B3E-E83A-B41DA7A0C9C8}"/>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3746915" y="3790100"/>
              <a:ext cx="591400" cy="591400"/>
            </a:xfrm>
            <a:prstGeom prst="rect">
              <a:avLst/>
            </a:prstGeom>
          </p:spPr>
        </p:pic>
        <p:pic>
          <p:nvPicPr>
            <p:cNvPr id="52" name="グラフィックス 51" descr="アドレス帳 単色塗りつぶし">
              <a:extLst>
                <a:ext uri="{FF2B5EF4-FFF2-40B4-BE49-F238E27FC236}">
                  <a16:creationId xmlns:a16="http://schemas.microsoft.com/office/drawing/2014/main" id="{DD117508-FD4E-0EC6-ACD7-9CE2CED00FE2}"/>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13709214" y="2702049"/>
              <a:ext cx="689254" cy="689254"/>
            </a:xfrm>
            <a:prstGeom prst="rect">
              <a:avLst/>
            </a:prstGeom>
          </p:spPr>
        </p:pic>
      </p:grpSp>
      <p:cxnSp>
        <p:nvCxnSpPr>
          <p:cNvPr id="57" name="直線矢印コネクタ 56">
            <a:extLst>
              <a:ext uri="{FF2B5EF4-FFF2-40B4-BE49-F238E27FC236}">
                <a16:creationId xmlns:a16="http://schemas.microsoft.com/office/drawing/2014/main" id="{0D867C28-DC94-FC24-C87D-7E42D62B2F71}"/>
              </a:ext>
            </a:extLst>
          </p:cNvPr>
          <p:cNvCxnSpPr>
            <a:cxnSpLocks/>
          </p:cNvCxnSpPr>
          <p:nvPr/>
        </p:nvCxnSpPr>
        <p:spPr>
          <a:xfrm flipV="1">
            <a:off x="10508942" y="7658100"/>
            <a:ext cx="0" cy="60960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F384EF2F-9591-270E-6EBA-970AB4178E59}"/>
              </a:ext>
            </a:extLst>
          </p:cNvPr>
          <p:cNvCxnSpPr>
            <a:cxnSpLocks/>
          </p:cNvCxnSpPr>
          <p:nvPr/>
        </p:nvCxnSpPr>
        <p:spPr>
          <a:xfrm>
            <a:off x="3599297" y="8237021"/>
            <a:ext cx="6909645" cy="2689"/>
          </a:xfrm>
          <a:prstGeom prst="straightConnector1">
            <a:avLst/>
          </a:prstGeom>
          <a:ln w="762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23742939-658E-1E2F-6F0B-F9B02DE17206}"/>
              </a:ext>
            </a:extLst>
          </p:cNvPr>
          <p:cNvCxnSpPr>
            <a:cxnSpLocks/>
          </p:cNvCxnSpPr>
          <p:nvPr/>
        </p:nvCxnSpPr>
        <p:spPr>
          <a:xfrm flipV="1">
            <a:off x="3609384" y="7764413"/>
            <a:ext cx="1" cy="503470"/>
          </a:xfrm>
          <a:prstGeom prst="straightConnector1">
            <a:avLst/>
          </a:prstGeom>
          <a:ln w="762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8" name="グラフィックス 67" descr="アドレス帳 単色塗りつぶし">
            <a:extLst>
              <a:ext uri="{FF2B5EF4-FFF2-40B4-BE49-F238E27FC236}">
                <a16:creationId xmlns:a16="http://schemas.microsoft.com/office/drawing/2014/main" id="{CAD7E6A5-51FC-B4D7-713F-0722136961A1}"/>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6499318" y="7796687"/>
            <a:ext cx="821125" cy="821125"/>
          </a:xfrm>
          <a:prstGeom prst="rect">
            <a:avLst/>
          </a:prstGeom>
        </p:spPr>
      </p:pic>
      <p:cxnSp>
        <p:nvCxnSpPr>
          <p:cNvPr id="5" name="直線矢印コネクタ 4">
            <a:extLst>
              <a:ext uri="{FF2B5EF4-FFF2-40B4-BE49-F238E27FC236}">
                <a16:creationId xmlns:a16="http://schemas.microsoft.com/office/drawing/2014/main" id="{41A87B56-1560-50E8-7ECA-081EA2E87C05}"/>
              </a:ext>
            </a:extLst>
          </p:cNvPr>
          <p:cNvCxnSpPr>
            <a:cxnSpLocks/>
          </p:cNvCxnSpPr>
          <p:nvPr/>
        </p:nvCxnSpPr>
        <p:spPr>
          <a:xfrm>
            <a:off x="3697647" y="3984468"/>
            <a:ext cx="0" cy="1941109"/>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6EFBA151-6273-5847-64DC-67918D848595}"/>
              </a:ext>
            </a:extLst>
          </p:cNvPr>
          <p:cNvCxnSpPr>
            <a:cxnSpLocks/>
          </p:cNvCxnSpPr>
          <p:nvPr/>
        </p:nvCxnSpPr>
        <p:spPr>
          <a:xfrm>
            <a:off x="3697647" y="4000500"/>
            <a:ext cx="1959034" cy="0"/>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7" name="グラフィックス 96" descr="レシート 単色塗りつぶし">
            <a:extLst>
              <a:ext uri="{FF2B5EF4-FFF2-40B4-BE49-F238E27FC236}">
                <a16:creationId xmlns:a16="http://schemas.microsoft.com/office/drawing/2014/main" id="{B79342F6-91AE-E01A-01BD-6E5128BAE75B}"/>
              </a:ext>
            </a:extLst>
          </p:cNvPr>
          <p:cNvPicPr>
            <a:picLocks noChangeAspect="1"/>
          </p:cNvPicPr>
          <p:nvPr/>
        </p:nvPicPr>
        <p:blipFill>
          <a:blip r:embed="rId13">
            <a:extLst>
              <a:ext uri="{96DAC541-7B7A-43D3-8B79-37D633B846F1}">
                <asvg:svgBlip xmlns:asvg="http://schemas.microsoft.com/office/drawing/2016/SVG/main" r:embed="rId34"/>
              </a:ext>
            </a:extLst>
          </a:blip>
          <a:stretch>
            <a:fillRect/>
          </a:stretch>
        </p:blipFill>
        <p:spPr>
          <a:xfrm>
            <a:off x="3348339" y="4754339"/>
            <a:ext cx="654366" cy="654366"/>
          </a:xfrm>
          <a:prstGeom prst="rect">
            <a:avLst/>
          </a:prstGeom>
        </p:spPr>
      </p:pic>
      <p:sp>
        <p:nvSpPr>
          <p:cNvPr id="11" name="テキスト ボックス 10">
            <a:extLst>
              <a:ext uri="{FF2B5EF4-FFF2-40B4-BE49-F238E27FC236}">
                <a16:creationId xmlns:a16="http://schemas.microsoft.com/office/drawing/2014/main" id="{C42C9138-B7B3-EFDF-E581-4F55F0463E4B}"/>
              </a:ext>
            </a:extLst>
          </p:cNvPr>
          <p:cNvSpPr txBox="1"/>
          <p:nvPr/>
        </p:nvSpPr>
        <p:spPr>
          <a:xfrm>
            <a:off x="7651443" y="190005"/>
            <a:ext cx="2985113" cy="584775"/>
          </a:xfrm>
          <a:prstGeom prst="rect">
            <a:avLst/>
          </a:prstGeom>
          <a:noFill/>
        </p:spPr>
        <p:txBody>
          <a:bodyPr wrap="none" rtlCol="0">
            <a:spAutoFit/>
          </a:bodyPr>
          <a:lstStyle/>
          <a:p>
            <a:pPr algn="ctr"/>
            <a:r>
              <a:rPr kumimoji="1" lang="ja-JP" altLang="en-US" sz="3200" b="1" u="sng">
                <a:solidFill>
                  <a:schemeClr val="accent6">
                    <a:lumMod val="75000"/>
                  </a:schemeClr>
                </a:solidFill>
              </a:rPr>
              <a:t>今回実装した所</a:t>
            </a:r>
          </a:p>
        </p:txBody>
      </p:sp>
      <p:sp>
        <p:nvSpPr>
          <p:cNvPr id="33" name="角丸四角形 32">
            <a:extLst>
              <a:ext uri="{FF2B5EF4-FFF2-40B4-BE49-F238E27FC236}">
                <a16:creationId xmlns:a16="http://schemas.microsoft.com/office/drawing/2014/main" id="{100FFBB0-812E-33F7-ABC9-B0C2EE196606}"/>
              </a:ext>
            </a:extLst>
          </p:cNvPr>
          <p:cNvSpPr/>
          <p:nvPr/>
        </p:nvSpPr>
        <p:spPr>
          <a:xfrm>
            <a:off x="393598" y="2420830"/>
            <a:ext cx="918672" cy="2722668"/>
          </a:xfrm>
          <a:prstGeom prst="roundRect">
            <a:avLst/>
          </a:prstGeom>
          <a:solidFill>
            <a:srgbClr val="EC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lumMod val="85000"/>
                  </a:schemeClr>
                </a:solidFill>
              </a:rPr>
              <a:t>音声</a:t>
            </a:r>
            <a:endParaRPr kumimoji="1" lang="en-US" altLang="ja-JP" dirty="0">
              <a:solidFill>
                <a:schemeClr val="bg1">
                  <a:lumMod val="85000"/>
                </a:schemeClr>
              </a:solidFill>
            </a:endParaRPr>
          </a:p>
          <a:p>
            <a:pPr algn="ctr"/>
            <a:r>
              <a:rPr kumimoji="1" lang="en-US" altLang="ja-JP" dirty="0">
                <a:solidFill>
                  <a:schemeClr val="bg1">
                    <a:lumMod val="85000"/>
                  </a:schemeClr>
                </a:solidFill>
              </a:rPr>
              <a:t>to</a:t>
            </a:r>
          </a:p>
          <a:p>
            <a:pPr algn="ctr"/>
            <a:r>
              <a:rPr kumimoji="1" lang="ja-JP" altLang="en-US">
                <a:solidFill>
                  <a:schemeClr val="bg1">
                    <a:lumMod val="85000"/>
                  </a:schemeClr>
                </a:solidFill>
              </a:rPr>
              <a:t>文字起こし</a:t>
            </a:r>
          </a:p>
        </p:txBody>
      </p:sp>
      <p:pic>
        <p:nvPicPr>
          <p:cNvPr id="10" name="グラフィックス 9" descr="クリップ 単色塗りつぶし">
            <a:extLst>
              <a:ext uri="{FF2B5EF4-FFF2-40B4-BE49-F238E27FC236}">
                <a16:creationId xmlns:a16="http://schemas.microsoft.com/office/drawing/2014/main" id="{F9CD5B05-750A-4F70-E372-83F53B0D40EC}"/>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5302474" y="6571589"/>
            <a:ext cx="624053" cy="624053"/>
          </a:xfrm>
          <a:prstGeom prst="rect">
            <a:avLst/>
          </a:prstGeom>
        </p:spPr>
      </p:pic>
      <p:pic>
        <p:nvPicPr>
          <p:cNvPr id="15" name="グラフィックス 14" descr="クリップ 単色塗りつぶし">
            <a:extLst>
              <a:ext uri="{FF2B5EF4-FFF2-40B4-BE49-F238E27FC236}">
                <a16:creationId xmlns:a16="http://schemas.microsoft.com/office/drawing/2014/main" id="{355F4082-B7FE-78B1-E684-7801FDF80B28}"/>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1814750" y="6665934"/>
            <a:ext cx="624053" cy="624053"/>
          </a:xfrm>
          <a:prstGeom prst="rect">
            <a:avLst/>
          </a:prstGeom>
        </p:spPr>
      </p:pic>
      <p:sp>
        <p:nvSpPr>
          <p:cNvPr id="23" name="テキスト ボックス 22">
            <a:extLst>
              <a:ext uri="{FF2B5EF4-FFF2-40B4-BE49-F238E27FC236}">
                <a16:creationId xmlns:a16="http://schemas.microsoft.com/office/drawing/2014/main" id="{A8A8AE7D-C684-6B34-C90E-14AF3040D004}"/>
              </a:ext>
            </a:extLst>
          </p:cNvPr>
          <p:cNvSpPr txBox="1"/>
          <p:nvPr/>
        </p:nvSpPr>
        <p:spPr>
          <a:xfrm>
            <a:off x="14600532" y="7252563"/>
            <a:ext cx="2015295" cy="400110"/>
          </a:xfrm>
          <a:prstGeom prst="rect">
            <a:avLst/>
          </a:prstGeom>
          <a:noFill/>
        </p:spPr>
        <p:txBody>
          <a:bodyPr wrap="none" rtlCol="0">
            <a:spAutoFit/>
          </a:bodyPr>
          <a:lstStyle/>
          <a:p>
            <a:r>
              <a:rPr kumimoji="1" lang="ja-JP" altLang="en-US" sz="2000">
                <a:highlight>
                  <a:srgbClr val="FFE8E1"/>
                </a:highlight>
              </a:rPr>
              <a:t>モックデータ作成</a:t>
            </a:r>
          </a:p>
        </p:txBody>
      </p:sp>
      <p:cxnSp>
        <p:nvCxnSpPr>
          <p:cNvPr id="31" name="直線矢印コネクタ 30">
            <a:extLst>
              <a:ext uri="{FF2B5EF4-FFF2-40B4-BE49-F238E27FC236}">
                <a16:creationId xmlns:a16="http://schemas.microsoft.com/office/drawing/2014/main" id="{A1E47BC6-4C17-0680-70FA-11C2A27272BA}"/>
              </a:ext>
            </a:extLst>
          </p:cNvPr>
          <p:cNvCxnSpPr>
            <a:cxnSpLocks/>
          </p:cNvCxnSpPr>
          <p:nvPr/>
        </p:nvCxnSpPr>
        <p:spPr>
          <a:xfrm flipH="1">
            <a:off x="7277690" y="3984468"/>
            <a:ext cx="1676400" cy="575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35" name="グラフィックス 34" descr="レシート 単色塗りつぶし">
            <a:extLst>
              <a:ext uri="{FF2B5EF4-FFF2-40B4-BE49-F238E27FC236}">
                <a16:creationId xmlns:a16="http://schemas.microsoft.com/office/drawing/2014/main" id="{15AFC007-CAE0-70CA-555C-EE14DCC60E74}"/>
              </a:ext>
            </a:extLst>
          </p:cNvPr>
          <p:cNvPicPr>
            <a:picLocks noChangeAspect="1"/>
          </p:cNvPicPr>
          <p:nvPr/>
        </p:nvPicPr>
        <p:blipFill>
          <a:blip r:embed="rId29">
            <a:extLst>
              <a:ext uri="{96DAC541-7B7A-43D3-8B79-37D633B846F1}">
                <asvg:svgBlip xmlns:asvg="http://schemas.microsoft.com/office/drawing/2016/SVG/main" r:embed="rId37"/>
              </a:ext>
            </a:extLst>
          </a:blip>
          <a:stretch>
            <a:fillRect/>
          </a:stretch>
        </p:blipFill>
        <p:spPr>
          <a:xfrm>
            <a:off x="7716016" y="3704938"/>
            <a:ext cx="654366" cy="654366"/>
          </a:xfrm>
          <a:prstGeom prst="rect">
            <a:avLst/>
          </a:prstGeom>
        </p:spPr>
      </p:pic>
      <p:sp>
        <p:nvSpPr>
          <p:cNvPr id="37" name="テキスト ボックス 36">
            <a:extLst>
              <a:ext uri="{FF2B5EF4-FFF2-40B4-BE49-F238E27FC236}">
                <a16:creationId xmlns:a16="http://schemas.microsoft.com/office/drawing/2014/main" id="{74031A15-52F4-AF19-6F63-BE48E9D14603}"/>
              </a:ext>
            </a:extLst>
          </p:cNvPr>
          <p:cNvSpPr txBox="1"/>
          <p:nvPr/>
        </p:nvSpPr>
        <p:spPr>
          <a:xfrm>
            <a:off x="6384731" y="4429026"/>
            <a:ext cx="2531462" cy="400110"/>
          </a:xfrm>
          <a:prstGeom prst="rect">
            <a:avLst/>
          </a:prstGeom>
          <a:noFill/>
        </p:spPr>
        <p:txBody>
          <a:bodyPr wrap="none" rtlCol="0">
            <a:spAutoFit/>
          </a:bodyPr>
          <a:lstStyle/>
          <a:p>
            <a:r>
              <a:rPr kumimoji="1" lang="en-US" altLang="ja-JP" sz="2000" dirty="0">
                <a:highlight>
                  <a:srgbClr val="FFE8E1"/>
                </a:highlight>
              </a:rPr>
              <a:t>Json</a:t>
            </a:r>
            <a:r>
              <a:rPr kumimoji="1" lang="ja-JP" altLang="en-US" sz="2000">
                <a:highlight>
                  <a:srgbClr val="FFE8E1"/>
                </a:highlight>
              </a:rPr>
              <a:t>ファイル作成修正</a:t>
            </a:r>
          </a:p>
        </p:txBody>
      </p:sp>
    </p:spTree>
    <p:extLst>
      <p:ext uri="{BB962C8B-B14F-4D97-AF65-F5344CB8AC3E}">
        <p14:creationId xmlns:p14="http://schemas.microsoft.com/office/powerpoint/2010/main" val="373662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BFD8-A306-F231-7381-576F06C589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3F2BBB6-25B5-19D0-2948-1762EF91B7C1}"/>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AEC17144-2875-CC27-C2BD-EB595F825EA0}"/>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B5E3116E-1EB5-F489-C2D4-1C2923CC07F6}"/>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688E5015-31B2-A87C-F0DC-887FB7718AFE}"/>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082D1832-899B-02F2-E8F1-A143AC777205}"/>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70C1012D-1763-833F-A6D8-BCA19A6C8383}"/>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3502A607-F9FB-CBA7-E23B-DB3CD2083067}"/>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A3B2D0F0-CCDE-5903-B9A1-E235D0AFD011}"/>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CDA70848-9E10-316A-E1BE-E6288D121467}"/>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データベースの構造</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D10BDF59-6BF5-ABB8-706D-B44598275D40}"/>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02</a:t>
            </a:r>
          </a:p>
        </p:txBody>
      </p:sp>
      <p:grpSp>
        <p:nvGrpSpPr>
          <p:cNvPr id="11" name="グループ化 10">
            <a:extLst>
              <a:ext uri="{FF2B5EF4-FFF2-40B4-BE49-F238E27FC236}">
                <a16:creationId xmlns:a16="http://schemas.microsoft.com/office/drawing/2014/main" id="{EB2A1FE3-7DC1-679C-3866-74DF049A703C}"/>
              </a:ext>
            </a:extLst>
          </p:cNvPr>
          <p:cNvGrpSpPr>
            <a:grpSpLocks noChangeAspect="1"/>
          </p:cNvGrpSpPr>
          <p:nvPr/>
        </p:nvGrpSpPr>
        <p:grpSpPr>
          <a:xfrm>
            <a:off x="7239000" y="1104900"/>
            <a:ext cx="862736" cy="1189692"/>
            <a:chOff x="7152209" y="6753785"/>
            <a:chExt cx="1467851" cy="2024131"/>
          </a:xfrm>
        </p:grpSpPr>
        <p:pic>
          <p:nvPicPr>
            <p:cNvPr id="15" name="グラフィックス 14" descr="データベース 枠線">
              <a:extLst>
                <a:ext uri="{FF2B5EF4-FFF2-40B4-BE49-F238E27FC236}">
                  <a16:creationId xmlns:a16="http://schemas.microsoft.com/office/drawing/2014/main" id="{DE6DA289-C676-CCEB-7541-6855AEF53F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3083" y="6753785"/>
              <a:ext cx="1426106" cy="1426106"/>
            </a:xfrm>
            <a:prstGeom prst="rect">
              <a:avLst/>
            </a:prstGeom>
          </p:spPr>
        </p:pic>
        <p:sp>
          <p:nvSpPr>
            <p:cNvPr id="17" name="テキスト ボックス 16">
              <a:extLst>
                <a:ext uri="{FF2B5EF4-FFF2-40B4-BE49-F238E27FC236}">
                  <a16:creationId xmlns:a16="http://schemas.microsoft.com/office/drawing/2014/main" id="{C699B4EB-B9A9-EC77-7FF9-B3226E82A2E1}"/>
                </a:ext>
              </a:extLst>
            </p:cNvPr>
            <p:cNvSpPr txBox="1"/>
            <p:nvPr/>
          </p:nvSpPr>
          <p:spPr>
            <a:xfrm>
              <a:off x="7152209" y="8201903"/>
              <a:ext cx="1467851" cy="576013"/>
            </a:xfrm>
            <a:prstGeom prst="rect">
              <a:avLst/>
            </a:prstGeom>
            <a:noFill/>
          </p:spPr>
          <p:txBody>
            <a:bodyPr wrap="none" rtlCol="0">
              <a:spAutoFit/>
            </a:bodyPr>
            <a:lstStyle/>
            <a:p>
              <a:pPr algn="ctr"/>
              <a:r>
                <a:rPr kumimoji="1" lang="en-US" altLang="ja-JP" sz="16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1600" b="1">
                <a:solidFill>
                  <a:schemeClr val="tx2">
                    <a:lumMod val="75000"/>
                  </a:schemeClr>
                </a:solidFill>
                <a:latin typeface="Yu Gothic" panose="020B0400000000000000" pitchFamily="34" charset="-128"/>
                <a:ea typeface="Yu Gothic" panose="020B0400000000000000" pitchFamily="34" charset="-128"/>
              </a:endParaRPr>
            </a:p>
          </p:txBody>
        </p:sp>
      </p:grpSp>
      <p:graphicFrame>
        <p:nvGraphicFramePr>
          <p:cNvPr id="24" name="図表 23">
            <a:extLst>
              <a:ext uri="{FF2B5EF4-FFF2-40B4-BE49-F238E27FC236}">
                <a16:creationId xmlns:a16="http://schemas.microsoft.com/office/drawing/2014/main" id="{9131B153-87BB-7A2D-FE5A-10623EFB4481}"/>
              </a:ext>
            </a:extLst>
          </p:cNvPr>
          <p:cNvGraphicFramePr/>
          <p:nvPr>
            <p:extLst>
              <p:ext uri="{D42A27DB-BD31-4B8C-83A1-F6EECF244321}">
                <p14:modId xmlns:p14="http://schemas.microsoft.com/office/powerpoint/2010/main" val="3020737470"/>
              </p:ext>
            </p:extLst>
          </p:nvPr>
        </p:nvGraphicFramePr>
        <p:xfrm>
          <a:off x="2057400" y="2504179"/>
          <a:ext cx="14859000" cy="65370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44075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A1E3-F6A2-0906-2610-45264A9764A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21EA53E-3E64-F8C7-BE60-365BA35939FE}"/>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C324C11A-9299-5C0C-3706-DEC2E2887DE4}"/>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CB354304-12F9-B697-8ADC-E5EB717E6CA7}"/>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96688528-558B-E10F-9D58-D832828C9A45}"/>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78895A65-D759-BD46-7774-B5987F9927A9}"/>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5F8291FF-BE60-075A-601A-06B4F07FB75D}"/>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743C7AB7-949B-376E-66B8-391F9C98777F}"/>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8A64ED65-A5AA-D991-35A5-D762852500E5}"/>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4A1483A5-6074-5EE7-75C8-607FFA7CB3F6}"/>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存在しない</a:t>
            </a:r>
            <a:r>
              <a:rPr lang="en-US" altLang="ja-JP"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account_id</a:t>
            </a: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が入力されたら</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32FF5897-1C3C-94A2-FA31-0A046FE6CDAE}"/>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03</a:t>
            </a:r>
          </a:p>
        </p:txBody>
      </p:sp>
      <p:pic>
        <p:nvPicPr>
          <p:cNvPr id="17" name="図 16" descr="テキスト&#10;&#10;AI 生成コンテンツは誤りを含む可能性があります。">
            <a:extLst>
              <a:ext uri="{FF2B5EF4-FFF2-40B4-BE49-F238E27FC236}">
                <a16:creationId xmlns:a16="http://schemas.microsoft.com/office/drawing/2014/main" id="{C20CECB1-9EA4-9A62-8A1C-349F0B32E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3288126"/>
            <a:ext cx="10468350" cy="5515901"/>
          </a:xfrm>
          <a:prstGeom prst="rect">
            <a:avLst/>
          </a:prstGeom>
        </p:spPr>
      </p:pic>
      <p:sp>
        <p:nvSpPr>
          <p:cNvPr id="18" name="正方形/長方形 17">
            <a:extLst>
              <a:ext uri="{FF2B5EF4-FFF2-40B4-BE49-F238E27FC236}">
                <a16:creationId xmlns:a16="http://schemas.microsoft.com/office/drawing/2014/main" id="{34DA8C80-1B21-8113-FF52-1E44C82D9D34}"/>
              </a:ext>
            </a:extLst>
          </p:cNvPr>
          <p:cNvSpPr/>
          <p:nvPr/>
        </p:nvSpPr>
        <p:spPr>
          <a:xfrm>
            <a:off x="4648200" y="6703877"/>
            <a:ext cx="8020738" cy="224349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8FE3E2F-9D41-2500-5596-E9E6C7C51ED6}"/>
              </a:ext>
            </a:extLst>
          </p:cNvPr>
          <p:cNvSpPr txBox="1"/>
          <p:nvPr/>
        </p:nvSpPr>
        <p:spPr>
          <a:xfrm>
            <a:off x="2862960" y="2517856"/>
            <a:ext cx="7003840" cy="461665"/>
          </a:xfrm>
          <a:prstGeom prst="rect">
            <a:avLst/>
          </a:prstGeom>
          <a:noFill/>
        </p:spPr>
        <p:txBody>
          <a:bodyPr wrap="none" rtlCol="0">
            <a:spAutoFit/>
          </a:bodyPr>
          <a:lstStyle/>
          <a:p>
            <a:r>
              <a:rPr kumimoji="1" lang="ja-JP" altLang="en-US" sz="2400"/>
              <a:t>有効なアドレスが入力されるまで会話を開始させない</a:t>
            </a:r>
            <a:endParaRPr kumimoji="1" lang="en-US" altLang="ja-JP" sz="2400" dirty="0"/>
          </a:p>
        </p:txBody>
      </p:sp>
    </p:spTree>
    <p:extLst>
      <p:ext uri="{BB962C8B-B14F-4D97-AF65-F5344CB8AC3E}">
        <p14:creationId xmlns:p14="http://schemas.microsoft.com/office/powerpoint/2010/main" val="479784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5103-0FAE-210D-B210-96BA5CE32D6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7375C9F-88E0-E2F7-F2B9-FA78A4ECA0C1}"/>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CC2CEFCD-AC11-28EC-30A3-FB04248F373E}"/>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416CD06F-254A-4855-F0A9-BC849CDBD91F}"/>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0C432F29-561E-A429-8FEC-8B471D97967A}"/>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3343707D-A90C-6E23-EE60-28D82766783C}"/>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A314B024-5067-75DC-1D97-8BA675C9694C}"/>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BBE7EB6B-94E5-26B0-093A-6DC0B6F5FBFD}"/>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FCA98A4A-CAB2-86ED-57CE-B3C080831FC1}"/>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FC6528E0-5EB0-D4EC-8F66-334500BAEF3A}"/>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モックデータ作成</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B176C174-2152-C410-284B-5C6F6BA4A900}"/>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04</a:t>
            </a:r>
          </a:p>
        </p:txBody>
      </p:sp>
      <p:sp>
        <p:nvSpPr>
          <p:cNvPr id="19" name="テキスト ボックス 18">
            <a:extLst>
              <a:ext uri="{FF2B5EF4-FFF2-40B4-BE49-F238E27FC236}">
                <a16:creationId xmlns:a16="http://schemas.microsoft.com/office/drawing/2014/main" id="{4677D022-2E17-9210-D892-73F3088A374C}"/>
              </a:ext>
            </a:extLst>
          </p:cNvPr>
          <p:cNvSpPr txBox="1"/>
          <p:nvPr/>
        </p:nvSpPr>
        <p:spPr>
          <a:xfrm>
            <a:off x="2862960" y="2517856"/>
            <a:ext cx="4804520" cy="461665"/>
          </a:xfrm>
          <a:prstGeom prst="rect">
            <a:avLst/>
          </a:prstGeom>
          <a:noFill/>
        </p:spPr>
        <p:txBody>
          <a:bodyPr wrap="none" rtlCol="0">
            <a:spAutoFit/>
          </a:bodyPr>
          <a:lstStyle/>
          <a:p>
            <a:r>
              <a:rPr kumimoji="1" lang="ja-JP" altLang="en-US" sz="2400"/>
              <a:t>実験のため，</a:t>
            </a:r>
            <a:r>
              <a:rPr kumimoji="1" lang="en-US" altLang="ja-JP" sz="2400" dirty="0"/>
              <a:t>20</a:t>
            </a:r>
            <a:r>
              <a:rPr kumimoji="1" lang="ja-JP" altLang="en-US" sz="2400"/>
              <a:t>ユーザーを作成した</a:t>
            </a:r>
            <a:endParaRPr kumimoji="1" lang="en-US" altLang="ja-JP" sz="2400" dirty="0"/>
          </a:p>
        </p:txBody>
      </p:sp>
      <p:pic>
        <p:nvPicPr>
          <p:cNvPr id="11" name="図 10" descr="グラフィカル ユーザー インターフェイス, テーブル&#10;&#10;AI 生成コンテンツは誤りを含む可能性があります。">
            <a:extLst>
              <a:ext uri="{FF2B5EF4-FFF2-40B4-BE49-F238E27FC236}">
                <a16:creationId xmlns:a16="http://schemas.microsoft.com/office/drawing/2014/main" id="{F58C0C2C-652B-5167-7712-80265966DB7C}"/>
              </a:ext>
            </a:extLst>
          </p:cNvPr>
          <p:cNvPicPr>
            <a:picLocks noChangeAspect="1"/>
          </p:cNvPicPr>
          <p:nvPr/>
        </p:nvPicPr>
        <p:blipFill>
          <a:blip r:embed="rId3">
            <a:extLst>
              <a:ext uri="{28A0092B-C50C-407E-A947-70E740481C1C}">
                <a14:useLocalDpi xmlns:a14="http://schemas.microsoft.com/office/drawing/2010/main" val="0"/>
              </a:ext>
            </a:extLst>
          </a:blip>
          <a:srcRect t="7629" r="25182" b="16394"/>
          <a:stretch>
            <a:fillRect/>
          </a:stretch>
        </p:blipFill>
        <p:spPr>
          <a:xfrm>
            <a:off x="3669236" y="3187101"/>
            <a:ext cx="10949485" cy="5744890"/>
          </a:xfrm>
          <a:prstGeom prst="rect">
            <a:avLst/>
          </a:prstGeom>
          <a:ln>
            <a:solidFill>
              <a:schemeClr val="tx1"/>
            </a:solidFill>
          </a:ln>
        </p:spPr>
      </p:pic>
      <p:sp>
        <p:nvSpPr>
          <p:cNvPr id="14" name="正方形/長方形 13">
            <a:extLst>
              <a:ext uri="{FF2B5EF4-FFF2-40B4-BE49-F238E27FC236}">
                <a16:creationId xmlns:a16="http://schemas.microsoft.com/office/drawing/2014/main" id="{7DC561F5-E483-D9FF-1A97-5DB7929E59CC}"/>
              </a:ext>
            </a:extLst>
          </p:cNvPr>
          <p:cNvSpPr/>
          <p:nvPr/>
        </p:nvSpPr>
        <p:spPr>
          <a:xfrm>
            <a:off x="5410200" y="4762500"/>
            <a:ext cx="6781800" cy="37338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3547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80CB-CEF3-D07E-342B-5571B5AEA2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91DB2E6-3FB7-295A-9E65-108CC6040223}"/>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6D9CDECF-E7F2-D9BF-2EC5-C54F6FE6586B}"/>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41D4D8EA-11E8-E6BB-05BC-C60A534701F8}"/>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4A443863-E1A9-EE50-D33A-46081D480261}"/>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471B753B-C87C-A536-D348-AFBFC78DC2F7}"/>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80E2DB09-3E2B-628E-9B0C-C77456C2AC65}"/>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D7BA8E18-65B9-59A0-B06E-5E4CCE5918D1}"/>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D460DD47-4337-13F6-03B5-F47861281D3F}"/>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0112F06F-63F5-D554-DC86-527B2C392138}"/>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モックデータでテスト</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291DF518-9EE7-8681-980B-6E97F66D43C4}"/>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05</a:t>
            </a:r>
          </a:p>
        </p:txBody>
      </p:sp>
      <p:sp>
        <p:nvSpPr>
          <p:cNvPr id="19" name="テキスト ボックス 18">
            <a:extLst>
              <a:ext uri="{FF2B5EF4-FFF2-40B4-BE49-F238E27FC236}">
                <a16:creationId xmlns:a16="http://schemas.microsoft.com/office/drawing/2014/main" id="{D4A10E79-1C67-A942-F6A7-E9D86BFE704C}"/>
              </a:ext>
            </a:extLst>
          </p:cNvPr>
          <p:cNvSpPr txBox="1"/>
          <p:nvPr/>
        </p:nvSpPr>
        <p:spPr>
          <a:xfrm>
            <a:off x="2862960" y="2517856"/>
            <a:ext cx="14135601" cy="830997"/>
          </a:xfrm>
          <a:prstGeom prst="rect">
            <a:avLst/>
          </a:prstGeom>
          <a:noFill/>
        </p:spPr>
        <p:txBody>
          <a:bodyPr wrap="none" rtlCol="0">
            <a:spAutoFit/>
          </a:bodyPr>
          <a:lstStyle/>
          <a:p>
            <a:r>
              <a:rPr kumimoji="1" lang="ja-JP" altLang="en-US" sz="2400"/>
              <a:t>会話の録音</a:t>
            </a:r>
            <a:r>
              <a:rPr kumimoji="1" lang="en-US" altLang="ja-JP" sz="2400" dirty="0"/>
              <a:t>〜</a:t>
            </a:r>
            <a:r>
              <a:rPr kumimoji="1" lang="ja-JP" altLang="en-US" sz="2400"/>
              <a:t>トピック関心度をデータベース登録　までの一連の流れを実行してみた</a:t>
            </a:r>
            <a:endParaRPr kumimoji="1" lang="en-US" altLang="ja-JP" sz="2400" dirty="0"/>
          </a:p>
          <a:p>
            <a:r>
              <a:rPr kumimoji="1" lang="en-US" altLang="ja-JP" sz="2400" dirty="0"/>
              <a:t>												</a:t>
            </a:r>
            <a:r>
              <a:rPr kumimoji="1" lang="ja-JP" altLang="en-US" sz="2400"/>
              <a:t>→できてる！わーい！</a:t>
            </a:r>
            <a:endParaRPr kumimoji="1" lang="en-US" altLang="ja-JP" sz="2400" dirty="0"/>
          </a:p>
        </p:txBody>
      </p:sp>
      <p:pic>
        <p:nvPicPr>
          <p:cNvPr id="16" name="図 15" descr="グラフィカル ユーザー インターフェイス, テーブル&#10;&#10;AI 生成コンテンツは誤りを含む可能性があります。">
            <a:extLst>
              <a:ext uri="{FF2B5EF4-FFF2-40B4-BE49-F238E27FC236}">
                <a16:creationId xmlns:a16="http://schemas.microsoft.com/office/drawing/2014/main" id="{569504F1-7823-4BEF-553D-446F5943CC92}"/>
              </a:ext>
            </a:extLst>
          </p:cNvPr>
          <p:cNvPicPr>
            <a:picLocks noChangeAspect="1"/>
          </p:cNvPicPr>
          <p:nvPr/>
        </p:nvPicPr>
        <p:blipFill>
          <a:blip r:embed="rId3">
            <a:extLst>
              <a:ext uri="{28A0092B-C50C-407E-A947-70E740481C1C}">
                <a14:useLocalDpi xmlns:a14="http://schemas.microsoft.com/office/drawing/2010/main" val="0"/>
              </a:ext>
            </a:extLst>
          </a:blip>
          <a:srcRect l="-1" t="7395" r="7842"/>
          <a:stretch>
            <a:fillRect/>
          </a:stretch>
        </p:blipFill>
        <p:spPr>
          <a:xfrm>
            <a:off x="4010416" y="3532363"/>
            <a:ext cx="10267167" cy="5330487"/>
          </a:xfrm>
          <a:prstGeom prst="rect">
            <a:avLst/>
          </a:prstGeom>
          <a:ln>
            <a:solidFill>
              <a:schemeClr val="tx1"/>
            </a:solidFill>
          </a:ln>
        </p:spPr>
      </p:pic>
      <p:sp>
        <p:nvSpPr>
          <p:cNvPr id="17" name="正方形/長方形 16">
            <a:extLst>
              <a:ext uri="{FF2B5EF4-FFF2-40B4-BE49-F238E27FC236}">
                <a16:creationId xmlns:a16="http://schemas.microsoft.com/office/drawing/2014/main" id="{F26C928C-F798-E44E-357D-03CE910746FC}"/>
              </a:ext>
            </a:extLst>
          </p:cNvPr>
          <p:cNvSpPr/>
          <p:nvPr/>
        </p:nvSpPr>
        <p:spPr>
          <a:xfrm>
            <a:off x="5867400" y="4762500"/>
            <a:ext cx="6705600" cy="25908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7872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5F35E-376B-738C-B84D-3FC8D322B00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A636FD0-2390-8D2D-462C-4A15EC443245}"/>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40129E3F-831E-F332-478D-C8C95FDF9DEB}"/>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16715F19-A172-1C4F-9E12-F9690FCDF8E7}"/>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035371AC-9B65-2941-CAB5-C3A4F24195FA}"/>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B537244D-4F99-3006-6BC5-F16FC6C60DEC}"/>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4D60D435-C971-1E0A-0846-3C1F83509279}"/>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C3D450E0-7076-CB23-F7FA-AA61F90D4997}"/>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2398E457-CA28-39E5-AB77-1FBD545C76EB}"/>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7C8E2CE6-5CAA-5455-5767-94520E31FE93}"/>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モックデータでテスト</a:t>
            </a:r>
            <a:r>
              <a:rPr lang="en-US" altLang="ja-JP"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rPr>
              <a:t> – </a:t>
            </a: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マッチング</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F71966B6-08DA-5EC8-44FF-CE5BD6AC74CF}"/>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05</a:t>
            </a:r>
          </a:p>
        </p:txBody>
      </p:sp>
      <p:sp>
        <p:nvSpPr>
          <p:cNvPr id="19" name="テキスト ボックス 18">
            <a:extLst>
              <a:ext uri="{FF2B5EF4-FFF2-40B4-BE49-F238E27FC236}">
                <a16:creationId xmlns:a16="http://schemas.microsoft.com/office/drawing/2014/main" id="{7286C823-8F3A-C232-8DDA-241142FD2C0C}"/>
              </a:ext>
            </a:extLst>
          </p:cNvPr>
          <p:cNvSpPr txBox="1"/>
          <p:nvPr/>
        </p:nvSpPr>
        <p:spPr>
          <a:xfrm>
            <a:off x="2862960" y="2517856"/>
            <a:ext cx="13571344" cy="461665"/>
          </a:xfrm>
          <a:prstGeom prst="rect">
            <a:avLst/>
          </a:prstGeom>
          <a:noFill/>
        </p:spPr>
        <p:txBody>
          <a:bodyPr wrap="none" rtlCol="0">
            <a:spAutoFit/>
          </a:bodyPr>
          <a:lstStyle/>
          <a:p>
            <a:r>
              <a:rPr kumimoji="1" lang="ja-JP" altLang="en-US" sz="2400"/>
              <a:t>なんかマッチングできている！</a:t>
            </a:r>
            <a:r>
              <a:rPr kumimoji="1" lang="en-US" altLang="ja-JP" sz="2400" dirty="0"/>
              <a:t>...</a:t>
            </a:r>
            <a:r>
              <a:rPr kumimoji="1" lang="ja-JP" altLang="en-US" sz="2400"/>
              <a:t>けどまだどうやってマッチングしているか分かってないので今後理解する</a:t>
            </a:r>
            <a:endParaRPr kumimoji="1" lang="en-US" altLang="ja-JP" sz="2400" dirty="0"/>
          </a:p>
        </p:txBody>
      </p:sp>
      <p:pic>
        <p:nvPicPr>
          <p:cNvPr id="15" name="図 14" descr="コンピューターのスクリーンショット&#10;&#10;AI 生成コンテンツは誤りを含む可能性があります。">
            <a:extLst>
              <a:ext uri="{FF2B5EF4-FFF2-40B4-BE49-F238E27FC236}">
                <a16:creationId xmlns:a16="http://schemas.microsoft.com/office/drawing/2014/main" id="{13D33C4D-08DD-D4E4-1C58-3DA71EF7E31C}"/>
              </a:ext>
            </a:extLst>
          </p:cNvPr>
          <p:cNvPicPr>
            <a:picLocks noChangeAspect="1"/>
          </p:cNvPicPr>
          <p:nvPr/>
        </p:nvPicPr>
        <p:blipFill>
          <a:blip r:embed="rId3">
            <a:extLst>
              <a:ext uri="{28A0092B-C50C-407E-A947-70E740481C1C}">
                <a14:useLocalDpi xmlns:a14="http://schemas.microsoft.com/office/drawing/2010/main" val="0"/>
              </a:ext>
            </a:extLst>
          </a:blip>
          <a:srcRect l="12199" t="30996" r="30873" b="8434"/>
          <a:stretch>
            <a:fillRect/>
          </a:stretch>
        </p:blipFill>
        <p:spPr>
          <a:xfrm>
            <a:off x="4615096" y="3363028"/>
            <a:ext cx="9057808" cy="5421043"/>
          </a:xfrm>
          <a:prstGeom prst="rect">
            <a:avLst/>
          </a:prstGeom>
        </p:spPr>
      </p:pic>
      <p:sp>
        <p:nvSpPr>
          <p:cNvPr id="17" name="正方形/長方形 16">
            <a:extLst>
              <a:ext uri="{FF2B5EF4-FFF2-40B4-BE49-F238E27FC236}">
                <a16:creationId xmlns:a16="http://schemas.microsoft.com/office/drawing/2014/main" id="{04F3B520-1079-7AE0-7FE6-D39322ADE398}"/>
              </a:ext>
            </a:extLst>
          </p:cNvPr>
          <p:cNvSpPr/>
          <p:nvPr/>
        </p:nvSpPr>
        <p:spPr>
          <a:xfrm>
            <a:off x="4717532" y="6515099"/>
            <a:ext cx="3969268" cy="234064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72742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C3BDE5-03A8-6C95-D679-D2A538C136E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9E2E48-AF92-216A-1002-DEA3E5A9E681}"/>
              </a:ext>
            </a:extLst>
          </p:cNvPr>
          <p:cNvSpPr/>
          <p:nvPr/>
        </p:nvSpPr>
        <p:spPr>
          <a:xfrm>
            <a:off x="857250" y="2361305"/>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3" name="AutoShape 3">
            <a:extLst>
              <a:ext uri="{FF2B5EF4-FFF2-40B4-BE49-F238E27FC236}">
                <a16:creationId xmlns:a16="http://schemas.microsoft.com/office/drawing/2014/main" id="{D7447D6A-BFDC-3745-CF2C-34904286CA5D}"/>
              </a:ext>
            </a:extLst>
          </p:cNvPr>
          <p:cNvSpPr/>
          <p:nvPr/>
        </p:nvSpPr>
        <p:spPr>
          <a:xfrm>
            <a:off x="857250" y="1047750"/>
            <a:ext cx="16573459"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4" name="AutoShape 4">
            <a:extLst>
              <a:ext uri="{FF2B5EF4-FFF2-40B4-BE49-F238E27FC236}">
                <a16:creationId xmlns:a16="http://schemas.microsoft.com/office/drawing/2014/main" id="{C4C651D9-1EE6-1C7D-2CC7-882C9FB9CCDC}"/>
              </a:ext>
            </a:extLst>
          </p:cNvPr>
          <p:cNvSpPr/>
          <p:nvPr/>
        </p:nvSpPr>
        <p:spPr>
          <a:xfrm flipV="1">
            <a:off x="856856" y="904405"/>
            <a:ext cx="16574288"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5" name="AutoShape 5">
            <a:extLst>
              <a:ext uri="{FF2B5EF4-FFF2-40B4-BE49-F238E27FC236}">
                <a16:creationId xmlns:a16="http://schemas.microsoft.com/office/drawing/2014/main" id="{BA204C76-E99B-5105-57AD-276FBC2E2BA9}"/>
              </a:ext>
            </a:extLst>
          </p:cNvPr>
          <p:cNvSpPr/>
          <p:nvPr/>
        </p:nvSpPr>
        <p:spPr>
          <a:xfrm>
            <a:off x="857250" y="9382595"/>
            <a:ext cx="16573500" cy="0"/>
          </a:xfrm>
          <a:prstGeom prst="line">
            <a:avLst/>
          </a:prstGeom>
          <a:ln w="571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sp>
        <p:nvSpPr>
          <p:cNvPr id="6" name="AutoShape 6">
            <a:extLst>
              <a:ext uri="{FF2B5EF4-FFF2-40B4-BE49-F238E27FC236}">
                <a16:creationId xmlns:a16="http://schemas.microsoft.com/office/drawing/2014/main" id="{8E0B9951-ED97-3CC3-AB3F-A74BEF52AFF0}"/>
              </a:ext>
            </a:extLst>
          </p:cNvPr>
          <p:cNvSpPr/>
          <p:nvPr/>
        </p:nvSpPr>
        <p:spPr>
          <a:xfrm>
            <a:off x="857250" y="9239250"/>
            <a:ext cx="16573500" cy="0"/>
          </a:xfrm>
          <a:prstGeom prst="line">
            <a:avLst/>
          </a:prstGeom>
          <a:ln w="19050" cap="flat">
            <a:solidFill>
              <a:srgbClr val="1B1B1B"/>
            </a:solidFill>
            <a:prstDash val="solid"/>
            <a:headEnd type="none" w="sm" len="sm"/>
            <a:tailEnd type="none" w="sm" len="sm"/>
          </a:ln>
        </p:spPr>
        <p:txBody>
          <a:bodyPr/>
          <a:lstStyle/>
          <a:p>
            <a:endParaRPr lang="ja-JP" altLang="en-US">
              <a:latin typeface="Yu Gothic" panose="020B0400000000000000" pitchFamily="34" charset="-128"/>
              <a:ea typeface="Yu Gothic" panose="020B0400000000000000" pitchFamily="34" charset="-128"/>
            </a:endParaRPr>
          </a:p>
        </p:txBody>
      </p:sp>
      <p:grpSp>
        <p:nvGrpSpPr>
          <p:cNvPr id="7" name="Group 7">
            <a:extLst>
              <a:ext uri="{FF2B5EF4-FFF2-40B4-BE49-F238E27FC236}">
                <a16:creationId xmlns:a16="http://schemas.microsoft.com/office/drawing/2014/main" id="{EFA54D60-D1DF-C503-E758-A1725B7F1E9D}"/>
              </a:ext>
            </a:extLst>
          </p:cNvPr>
          <p:cNvGrpSpPr/>
          <p:nvPr/>
        </p:nvGrpSpPr>
        <p:grpSpPr>
          <a:xfrm>
            <a:off x="1282599" y="650625"/>
            <a:ext cx="1213487" cy="1720205"/>
            <a:chOff x="0" y="0"/>
            <a:chExt cx="319601" cy="453058"/>
          </a:xfrm>
        </p:grpSpPr>
        <p:sp>
          <p:nvSpPr>
            <p:cNvPr id="8" name="Freeform 8">
              <a:extLst>
                <a:ext uri="{FF2B5EF4-FFF2-40B4-BE49-F238E27FC236}">
                  <a16:creationId xmlns:a16="http://schemas.microsoft.com/office/drawing/2014/main" id="{FE72C7E5-654D-DF39-59DB-24874AF2E09F}"/>
                </a:ext>
              </a:extLst>
            </p:cNvPr>
            <p:cNvSpPr/>
            <p:nvPr/>
          </p:nvSpPr>
          <p:spPr>
            <a:xfrm>
              <a:off x="0" y="0"/>
              <a:ext cx="319601" cy="453058"/>
            </a:xfrm>
            <a:custGeom>
              <a:avLst/>
              <a:gdLst/>
              <a:ahLst/>
              <a:cxnLst/>
              <a:rect l="l" t="t" r="r" b="b"/>
              <a:pathLst>
                <a:path w="319601" h="453058">
                  <a:moveTo>
                    <a:pt x="0" y="0"/>
                  </a:moveTo>
                  <a:lnTo>
                    <a:pt x="319601" y="0"/>
                  </a:lnTo>
                  <a:lnTo>
                    <a:pt x="319601" y="453058"/>
                  </a:lnTo>
                  <a:lnTo>
                    <a:pt x="0" y="453058"/>
                  </a:lnTo>
                  <a:close/>
                </a:path>
              </a:pathLst>
            </a:custGeom>
            <a:solidFill>
              <a:srgbClr val="1B1B1B"/>
            </a:solidFill>
          </p:spPr>
          <p:txBody>
            <a:bodyPr/>
            <a:lstStyle/>
            <a:p>
              <a:endParaRPr lang="ja-JP" altLang="en-US">
                <a:latin typeface="Yu Gothic" panose="020B0400000000000000" pitchFamily="34" charset="-128"/>
                <a:ea typeface="Yu Gothic" panose="020B0400000000000000" pitchFamily="34" charset="-128"/>
              </a:endParaRPr>
            </a:p>
          </p:txBody>
        </p:sp>
        <p:sp>
          <p:nvSpPr>
            <p:cNvPr id="9" name="TextBox 9">
              <a:extLst>
                <a:ext uri="{FF2B5EF4-FFF2-40B4-BE49-F238E27FC236}">
                  <a16:creationId xmlns:a16="http://schemas.microsoft.com/office/drawing/2014/main" id="{69194DF2-DB27-739C-6E37-96485FF3B90B}"/>
                </a:ext>
              </a:extLst>
            </p:cNvPr>
            <p:cNvSpPr txBox="1"/>
            <p:nvPr/>
          </p:nvSpPr>
          <p:spPr>
            <a:xfrm>
              <a:off x="0" y="-47625"/>
              <a:ext cx="319601" cy="500683"/>
            </a:xfrm>
            <a:prstGeom prst="rect">
              <a:avLst/>
            </a:prstGeom>
          </p:spPr>
          <p:txBody>
            <a:bodyPr lIns="50800" tIns="50800" rIns="50800" bIns="50800" rtlCol="0" anchor="ctr"/>
            <a:lstStyle/>
            <a:p>
              <a:pPr algn="ctr">
                <a:lnSpc>
                  <a:spcPts val="3359"/>
                </a:lnSpc>
              </a:pPr>
              <a:endParaRPr>
                <a:latin typeface="Yu Gothic" panose="020B0400000000000000" pitchFamily="34" charset="-128"/>
                <a:ea typeface="Yu Gothic" panose="020B0400000000000000" pitchFamily="34" charset="-128"/>
              </a:endParaRPr>
            </a:p>
          </p:txBody>
        </p:sp>
      </p:grpSp>
      <p:sp>
        <p:nvSpPr>
          <p:cNvPr id="12" name="TextBox 12">
            <a:extLst>
              <a:ext uri="{FF2B5EF4-FFF2-40B4-BE49-F238E27FC236}">
                <a16:creationId xmlns:a16="http://schemas.microsoft.com/office/drawing/2014/main" id="{79381A37-1F11-39F9-EF48-75AAA5BA2057}"/>
              </a:ext>
            </a:extLst>
          </p:cNvPr>
          <p:cNvSpPr txBox="1"/>
          <p:nvPr/>
        </p:nvSpPr>
        <p:spPr>
          <a:xfrm>
            <a:off x="2949343" y="1371153"/>
            <a:ext cx="14309957" cy="596317"/>
          </a:xfrm>
          <a:prstGeom prst="rect">
            <a:avLst/>
          </a:prstGeom>
        </p:spPr>
        <p:txBody>
          <a:bodyPr lIns="0" tIns="0" rIns="0" bIns="0" rtlCol="0" anchor="t">
            <a:spAutoFit/>
          </a:bodyPr>
          <a:lstStyle/>
          <a:p>
            <a:pPr algn="l">
              <a:lnSpc>
                <a:spcPts val="4900"/>
              </a:lnSpc>
            </a:pPr>
            <a:r>
              <a:rPr lang="en-US"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今後実装する部分</a:t>
            </a:r>
            <a:r>
              <a:rPr lang="ja-JP" altLang="en-US" sz="3500" b="1" spc="175">
                <a:solidFill>
                  <a:srgbClr val="1B1B1B"/>
                </a:solidFill>
                <a:latin typeface="Yu Gothic" panose="020B0400000000000000" pitchFamily="34" charset="-128"/>
                <a:ea typeface="Yu Gothic" panose="020B0400000000000000" pitchFamily="34" charset="-128"/>
                <a:cs typeface="Noto Sans JP Heavy"/>
                <a:sym typeface="Noto Sans JP Heavy"/>
              </a:rPr>
              <a:t>　</a:t>
            </a:r>
            <a:r>
              <a:rPr lang="en-US" sz="3500" b="1" spc="175" dirty="0" err="1">
                <a:solidFill>
                  <a:srgbClr val="1B1B1B"/>
                </a:solidFill>
                <a:latin typeface="Yu Gothic" panose="020B0400000000000000" pitchFamily="34" charset="-128"/>
                <a:ea typeface="Yu Gothic" panose="020B0400000000000000" pitchFamily="34" charset="-128"/>
                <a:cs typeface="Noto Sans JP Heavy"/>
                <a:sym typeface="Noto Sans JP Heavy"/>
              </a:rPr>
              <a:t>データ管理</a:t>
            </a:r>
            <a:endParaRPr lang="en-US" sz="3500" b="1" spc="175" dirty="0">
              <a:solidFill>
                <a:srgbClr val="1B1B1B"/>
              </a:solidFill>
              <a:latin typeface="Yu Gothic" panose="020B0400000000000000" pitchFamily="34" charset="-128"/>
              <a:ea typeface="Yu Gothic" panose="020B0400000000000000" pitchFamily="34" charset="-128"/>
              <a:cs typeface="Noto Sans JP Heavy"/>
              <a:sym typeface="Noto Sans JP Heavy"/>
            </a:endParaRPr>
          </a:p>
        </p:txBody>
      </p:sp>
      <p:sp>
        <p:nvSpPr>
          <p:cNvPr id="13" name="TextBox 13">
            <a:extLst>
              <a:ext uri="{FF2B5EF4-FFF2-40B4-BE49-F238E27FC236}">
                <a16:creationId xmlns:a16="http://schemas.microsoft.com/office/drawing/2014/main" id="{4064EC89-5EA3-CF77-5FE7-3A3D5E46BF75}"/>
              </a:ext>
            </a:extLst>
          </p:cNvPr>
          <p:cNvSpPr txBox="1"/>
          <p:nvPr/>
        </p:nvSpPr>
        <p:spPr>
          <a:xfrm>
            <a:off x="1461953" y="1228278"/>
            <a:ext cx="854779" cy="733425"/>
          </a:xfrm>
          <a:prstGeom prst="rect">
            <a:avLst/>
          </a:prstGeom>
        </p:spPr>
        <p:txBody>
          <a:bodyPr lIns="0" tIns="0" rIns="0" bIns="0" rtlCol="0" anchor="t">
            <a:spAutoFit/>
          </a:bodyPr>
          <a:lstStyle/>
          <a:p>
            <a:pPr marL="0" lvl="0" indent="0" algn="ctr">
              <a:lnSpc>
                <a:spcPts val="6300"/>
              </a:lnSpc>
              <a:spcBef>
                <a:spcPct val="0"/>
              </a:spcBef>
            </a:pPr>
            <a:r>
              <a:rPr lang="en-US" sz="3500" b="1" u="none" strike="noStrike" dirty="0">
                <a:solidFill>
                  <a:srgbClr val="FAFAFA"/>
                </a:solidFill>
                <a:latin typeface="Yu Gothic" panose="020B0400000000000000" pitchFamily="34" charset="-128"/>
                <a:ea typeface="Yu Gothic" panose="020B0400000000000000" pitchFamily="34" charset="-128"/>
                <a:cs typeface="Open Sans Bold"/>
                <a:sym typeface="Open Sans Bold"/>
              </a:rPr>
              <a:t>02</a:t>
            </a:r>
          </a:p>
        </p:txBody>
      </p:sp>
      <p:graphicFrame>
        <p:nvGraphicFramePr>
          <p:cNvPr id="10" name="表 9">
            <a:extLst>
              <a:ext uri="{FF2B5EF4-FFF2-40B4-BE49-F238E27FC236}">
                <a16:creationId xmlns:a16="http://schemas.microsoft.com/office/drawing/2014/main" id="{449E536C-E48E-DABD-3BE9-1BA02607793D}"/>
              </a:ext>
            </a:extLst>
          </p:cNvPr>
          <p:cNvGraphicFramePr>
            <a:graphicFrameLocks noGrp="1"/>
          </p:cNvGraphicFramePr>
          <p:nvPr>
            <p:extLst>
              <p:ext uri="{D42A27DB-BD31-4B8C-83A1-F6EECF244321}">
                <p14:modId xmlns:p14="http://schemas.microsoft.com/office/powerpoint/2010/main" val="1540402065"/>
              </p:ext>
            </p:extLst>
          </p:nvPr>
        </p:nvGraphicFramePr>
        <p:xfrm>
          <a:off x="7772400" y="2694232"/>
          <a:ext cx="9066992" cy="2748984"/>
        </p:xfrm>
        <a:graphic>
          <a:graphicData uri="http://schemas.openxmlformats.org/drawingml/2006/table">
            <a:tbl>
              <a:tblPr firstRow="1" bandRow="1">
                <a:tableStyleId>{0505E3EF-67EA-436B-97B2-0124C06EBD24}</a:tableStyleId>
              </a:tblPr>
              <a:tblGrid>
                <a:gridCol w="2040073">
                  <a:extLst>
                    <a:ext uri="{9D8B030D-6E8A-4147-A177-3AD203B41FA5}">
                      <a16:colId xmlns:a16="http://schemas.microsoft.com/office/drawing/2014/main" val="151083142"/>
                    </a:ext>
                  </a:extLst>
                </a:gridCol>
                <a:gridCol w="7026919">
                  <a:extLst>
                    <a:ext uri="{9D8B030D-6E8A-4147-A177-3AD203B41FA5}">
                      <a16:colId xmlns:a16="http://schemas.microsoft.com/office/drawing/2014/main" val="3451232418"/>
                    </a:ext>
                  </a:extLst>
                </a:gridCol>
              </a:tblGrid>
              <a:tr h="1374492">
                <a:tc>
                  <a:txBody>
                    <a:bodyPr/>
                    <a:lstStyle/>
                    <a:p>
                      <a:pPr algn="ctr"/>
                      <a:r>
                        <a:rPr kumimoji="1" lang="ja-JP" altLang="en-US" sz="2800" b="1">
                          <a:latin typeface="Yu Gothic" panose="020B0400000000000000" pitchFamily="34" charset="-128"/>
                          <a:ea typeface="Yu Gothic" panose="020B0400000000000000" pitchFamily="34" charset="-128"/>
                        </a:rPr>
                        <a:t>目的</a:t>
                      </a:r>
                    </a:p>
                  </a:txBody>
                  <a:tcPr anchor="ctr"/>
                </a:tc>
                <a:tc>
                  <a:txBody>
                    <a:bodyPr/>
                    <a:lstStyle/>
                    <a:p>
                      <a:r>
                        <a:rPr kumimoji="1" lang="ja-JP" altLang="en-US" sz="2800" b="0">
                          <a:latin typeface="Yu Gothic" panose="020B0400000000000000" pitchFamily="34" charset="-128"/>
                          <a:ea typeface="Yu Gothic" panose="020B0400000000000000" pitchFamily="34" charset="-128"/>
                        </a:rPr>
                        <a:t>興味関心，マッチングの分析結果を</a:t>
                      </a:r>
                      <a:endParaRPr kumimoji="1" lang="en-US" altLang="ja-JP" sz="2800" b="0" dirty="0">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2800" b="1" dirty="0">
                          <a:solidFill>
                            <a:srgbClr val="C00000"/>
                          </a:solidFill>
                          <a:latin typeface="Yu Gothic" panose="020B0400000000000000" pitchFamily="34" charset="-128"/>
                          <a:ea typeface="Yu Gothic" panose="020B0400000000000000" pitchFamily="34" charset="-128"/>
                        </a:rPr>
                        <a:t>SQLite</a:t>
                      </a:r>
                      <a:r>
                        <a:rPr kumimoji="1" lang="ja-JP" altLang="en-US" sz="2800" b="1">
                          <a:solidFill>
                            <a:srgbClr val="C00000"/>
                          </a:solidFill>
                          <a:latin typeface="Yu Gothic" panose="020B0400000000000000" pitchFamily="34" charset="-128"/>
                          <a:ea typeface="Yu Gothic" panose="020B0400000000000000" pitchFamily="34" charset="-128"/>
                        </a:rPr>
                        <a:t>に保存</a:t>
                      </a:r>
                      <a:r>
                        <a:rPr kumimoji="1" lang="ja-JP" altLang="en-US" sz="2800" b="0" u="none" strike="noStrike" kern="1200" cap="none" spc="0" normalizeH="0" baseline="0" noProof="0">
                          <a:ln>
                            <a:noFill/>
                          </a:ln>
                          <a:solidFill>
                            <a:prstClr val="black"/>
                          </a:solidFill>
                          <a:effectLst/>
                          <a:uLnTx/>
                          <a:uFillTx/>
                          <a:latin typeface="Yu Gothic" panose="020B0400000000000000" pitchFamily="34" charset="-128"/>
                          <a:ea typeface="Yu Gothic" panose="020B0400000000000000" pitchFamily="34" charset="-128"/>
                        </a:rPr>
                        <a:t>する</a:t>
                      </a:r>
                      <a:endParaRPr kumimoji="1" lang="en-US" altLang="ja-JP" sz="2800" b="0" kern="1200" dirty="0">
                        <a:solidFill>
                          <a:schemeClr val="dk1"/>
                        </a:solidFill>
                        <a:latin typeface="Yu Gothic" panose="020B0400000000000000" pitchFamily="34" charset="-128"/>
                        <a:ea typeface="Yu Gothic" panose="020B0400000000000000" pitchFamily="34" charset="-128"/>
                        <a:cs typeface="+mn-cs"/>
                      </a:endParaRPr>
                    </a:p>
                  </a:txBody>
                  <a:tcPr anchor="ctr"/>
                </a:tc>
                <a:extLst>
                  <a:ext uri="{0D108BD9-81ED-4DB2-BD59-A6C34878D82A}">
                    <a16:rowId xmlns:a16="http://schemas.microsoft.com/office/drawing/2014/main" val="637943959"/>
                  </a:ext>
                </a:extLst>
              </a:tr>
              <a:tr h="1374492">
                <a:tc>
                  <a:txBody>
                    <a:bodyPr/>
                    <a:lstStyle/>
                    <a:p>
                      <a:pPr algn="ctr"/>
                      <a:r>
                        <a:rPr kumimoji="1" lang="ja-JP" altLang="en-US" sz="2800" b="1">
                          <a:latin typeface="Yu Gothic" panose="020B0400000000000000" pitchFamily="34" charset="-128"/>
                          <a:ea typeface="Yu Gothic" panose="020B0400000000000000" pitchFamily="34" charset="-128"/>
                        </a:rPr>
                        <a:t>技術要素</a:t>
                      </a:r>
                    </a:p>
                  </a:txBody>
                  <a:tcPr anchor="ctr"/>
                </a:tc>
                <a:tc>
                  <a:txBody>
                    <a:bodyPr/>
                    <a:lstStyle/>
                    <a:p>
                      <a:r>
                        <a:rPr kumimoji="1" lang="en-US" altLang="ja-JP" sz="2800" b="0" dirty="0">
                          <a:latin typeface="Yu Gothic" panose="020B0400000000000000" pitchFamily="34" charset="-128"/>
                          <a:ea typeface="Yu Gothic" panose="020B0400000000000000" pitchFamily="34" charset="-128"/>
                        </a:rPr>
                        <a:t>Django</a:t>
                      </a:r>
                      <a:r>
                        <a:rPr kumimoji="1" lang="ja-JP" altLang="en-US" sz="2800" b="0">
                          <a:latin typeface="Yu Gothic" panose="020B0400000000000000" pitchFamily="34" charset="-128"/>
                          <a:ea typeface="Yu Gothic" panose="020B0400000000000000" pitchFamily="34" charset="-128"/>
                        </a:rPr>
                        <a:t>と同様のデータベースに繋げる</a:t>
                      </a:r>
                      <a:r>
                        <a:rPr kumimoji="1" lang="en-US" altLang="ja-JP" sz="2800" b="0" dirty="0">
                          <a:latin typeface="Yu Gothic" panose="020B0400000000000000" pitchFamily="34" charset="-128"/>
                          <a:ea typeface="Yu Gothic" panose="020B0400000000000000" pitchFamily="34" charset="-128"/>
                        </a:rPr>
                        <a:t>(</a:t>
                      </a:r>
                      <a:r>
                        <a:rPr kumimoji="1" lang="ja-JP" altLang="en-US" sz="2800" b="0">
                          <a:latin typeface="Yu Gothic" panose="020B0400000000000000" pitchFamily="34" charset="-128"/>
                          <a:ea typeface="Yu Gothic" panose="020B0400000000000000" pitchFamily="34" charset="-128"/>
                        </a:rPr>
                        <a:t>？</a:t>
                      </a:r>
                      <a:r>
                        <a:rPr kumimoji="1" lang="en-US" altLang="ja-JP" sz="2800" b="0" dirty="0">
                          <a:latin typeface="Yu Gothic" panose="020B0400000000000000" pitchFamily="34" charset="-128"/>
                          <a:ea typeface="Yu Gothic" panose="020B0400000000000000" pitchFamily="34" charset="-128"/>
                        </a:rPr>
                        <a:t>)</a:t>
                      </a:r>
                      <a:endParaRPr kumimoji="1" lang="en-US" altLang="ja-JP" sz="1100" b="0" dirty="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2822937220"/>
                  </a:ext>
                </a:extLst>
              </a:tr>
            </a:tbl>
          </a:graphicData>
        </a:graphic>
      </p:graphicFrame>
      <p:graphicFrame>
        <p:nvGraphicFramePr>
          <p:cNvPr id="14" name="表 13">
            <a:extLst>
              <a:ext uri="{FF2B5EF4-FFF2-40B4-BE49-F238E27FC236}">
                <a16:creationId xmlns:a16="http://schemas.microsoft.com/office/drawing/2014/main" id="{2CD41FB1-EFD5-1397-77AA-B96564880A25}"/>
              </a:ext>
            </a:extLst>
          </p:cNvPr>
          <p:cNvGraphicFramePr>
            <a:graphicFrameLocks noGrp="1"/>
          </p:cNvGraphicFramePr>
          <p:nvPr>
            <p:extLst>
              <p:ext uri="{D42A27DB-BD31-4B8C-83A1-F6EECF244321}">
                <p14:modId xmlns:p14="http://schemas.microsoft.com/office/powerpoint/2010/main" val="2666335547"/>
              </p:ext>
            </p:extLst>
          </p:nvPr>
        </p:nvGraphicFramePr>
        <p:xfrm>
          <a:off x="7772400" y="5976899"/>
          <a:ext cx="9066992" cy="2748984"/>
        </p:xfrm>
        <a:graphic>
          <a:graphicData uri="http://schemas.openxmlformats.org/drawingml/2006/table">
            <a:tbl>
              <a:tblPr firstRow="1" bandRow="1">
                <a:tableStyleId>{0505E3EF-67EA-436B-97B2-0124C06EBD24}</a:tableStyleId>
              </a:tblPr>
              <a:tblGrid>
                <a:gridCol w="2040073">
                  <a:extLst>
                    <a:ext uri="{9D8B030D-6E8A-4147-A177-3AD203B41FA5}">
                      <a16:colId xmlns:a16="http://schemas.microsoft.com/office/drawing/2014/main" val="151083142"/>
                    </a:ext>
                  </a:extLst>
                </a:gridCol>
                <a:gridCol w="7026919">
                  <a:extLst>
                    <a:ext uri="{9D8B030D-6E8A-4147-A177-3AD203B41FA5}">
                      <a16:colId xmlns:a16="http://schemas.microsoft.com/office/drawing/2014/main" val="3451232418"/>
                    </a:ext>
                  </a:extLst>
                </a:gridCol>
              </a:tblGrid>
              <a:tr h="1374492">
                <a:tc>
                  <a:txBody>
                    <a:bodyPr/>
                    <a:lstStyle/>
                    <a:p>
                      <a:pPr algn="ctr"/>
                      <a:r>
                        <a:rPr kumimoji="1" lang="ja-JP" altLang="en-US" sz="2800" b="1">
                          <a:latin typeface="Yu Gothic" panose="020B0400000000000000" pitchFamily="34" charset="-128"/>
                          <a:ea typeface="Yu Gothic" panose="020B0400000000000000" pitchFamily="34" charset="-128"/>
                        </a:rPr>
                        <a:t>目的</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a:latin typeface="Yu Gothic" panose="020B0400000000000000" pitchFamily="34" charset="-128"/>
                          <a:ea typeface="Yu Gothic" panose="020B0400000000000000" pitchFamily="34" charset="-128"/>
                        </a:rPr>
                        <a:t>興味関心，マッチングの分析結果を</a:t>
                      </a:r>
                      <a:endParaRPr kumimoji="1" lang="en-US" altLang="ja-JP" sz="2800" b="0" dirty="0">
                        <a:latin typeface="Yu Gothic" panose="020B0400000000000000" pitchFamily="34" charset="-128"/>
                        <a:ea typeface="Yu Gothic" panose="020B0400000000000000" pitchFamily="34" charset="-128"/>
                      </a:endParaRPr>
                    </a:p>
                    <a:p>
                      <a:r>
                        <a:rPr kumimoji="1" lang="ja-JP" altLang="en-US" sz="2800" b="1">
                          <a:solidFill>
                            <a:srgbClr val="C00000"/>
                          </a:solidFill>
                          <a:latin typeface="Yu Gothic" panose="020B0400000000000000" pitchFamily="34" charset="-128"/>
                          <a:ea typeface="Yu Gothic" panose="020B0400000000000000" pitchFamily="34" charset="-128"/>
                        </a:rPr>
                        <a:t>ユーザーに表示する</a:t>
                      </a:r>
                    </a:p>
                  </a:txBody>
                  <a:tcPr anchor="ctr"/>
                </a:tc>
                <a:extLst>
                  <a:ext uri="{0D108BD9-81ED-4DB2-BD59-A6C34878D82A}">
                    <a16:rowId xmlns:a16="http://schemas.microsoft.com/office/drawing/2014/main" val="637943959"/>
                  </a:ext>
                </a:extLst>
              </a:tr>
              <a:tr h="1374492">
                <a:tc>
                  <a:txBody>
                    <a:bodyPr/>
                    <a:lstStyle/>
                    <a:p>
                      <a:pPr algn="ctr"/>
                      <a:r>
                        <a:rPr kumimoji="1" lang="ja-JP" altLang="en-US" sz="2800" b="1">
                          <a:latin typeface="Yu Gothic" panose="020B0400000000000000" pitchFamily="34" charset="-128"/>
                          <a:ea typeface="Yu Gothic" panose="020B0400000000000000" pitchFamily="34" charset="-128"/>
                        </a:rPr>
                        <a:t>技術要素</a:t>
                      </a:r>
                    </a:p>
                  </a:txBody>
                  <a:tcPr anchor="ctr"/>
                </a:tc>
                <a:tc>
                  <a:txBody>
                    <a:bodyPr/>
                    <a:lstStyle/>
                    <a:p>
                      <a:r>
                        <a:rPr kumimoji="1" lang="en-US" altLang="ja-JP" sz="2800" b="0" dirty="0" err="1">
                          <a:latin typeface="Yu Gothic" panose="020B0400000000000000" pitchFamily="34" charset="-128"/>
                          <a:ea typeface="Yu Gothic" panose="020B0400000000000000" pitchFamily="34" charset="-128"/>
                        </a:rPr>
                        <a:t>Transcript.objects</a:t>
                      </a:r>
                      <a:r>
                        <a:rPr kumimoji="1" lang="ja-JP" altLang="en-US" sz="2800" b="0">
                          <a:latin typeface="Yu Gothic" panose="020B0400000000000000" pitchFamily="34" charset="-128"/>
                          <a:ea typeface="Yu Gothic" panose="020B0400000000000000" pitchFamily="34" charset="-128"/>
                        </a:rPr>
                        <a:t>を使えばすぐ実装可能</a:t>
                      </a:r>
                      <a:endParaRPr kumimoji="1" lang="en-US" altLang="ja-JP" sz="2800" b="0" dirty="0">
                        <a:latin typeface="Yu Gothic" panose="020B0400000000000000" pitchFamily="34" charset="-128"/>
                        <a:ea typeface="Yu Gothic" panose="020B0400000000000000" pitchFamily="34" charset="-128"/>
                      </a:endParaRPr>
                    </a:p>
                    <a:p>
                      <a:pPr algn="r"/>
                      <a:r>
                        <a:rPr kumimoji="1" lang="ja-JP" altLang="en-US" sz="1800" b="0">
                          <a:latin typeface="Yu Gothic" panose="020B0400000000000000" pitchFamily="34" charset="-128"/>
                          <a:ea typeface="Yu Gothic" panose="020B0400000000000000" pitchFamily="34" charset="-128"/>
                        </a:rPr>
                        <a:t>っぽいです</a:t>
                      </a:r>
                      <a:endParaRPr kumimoji="1" lang="en-US" altLang="ja-JP" sz="1800" b="0" dirty="0">
                        <a:latin typeface="Yu Gothic" panose="020B0400000000000000" pitchFamily="34" charset="-128"/>
                        <a:ea typeface="Yu Gothic" panose="020B0400000000000000" pitchFamily="34" charset="-128"/>
                      </a:endParaRPr>
                    </a:p>
                  </a:txBody>
                  <a:tcPr anchor="ctr"/>
                </a:tc>
                <a:extLst>
                  <a:ext uri="{0D108BD9-81ED-4DB2-BD59-A6C34878D82A}">
                    <a16:rowId xmlns:a16="http://schemas.microsoft.com/office/drawing/2014/main" val="2822937220"/>
                  </a:ext>
                </a:extLst>
              </a:tr>
            </a:tbl>
          </a:graphicData>
        </a:graphic>
      </p:graphicFrame>
      <p:grpSp>
        <p:nvGrpSpPr>
          <p:cNvPr id="11" name="グループ化 10">
            <a:extLst>
              <a:ext uri="{FF2B5EF4-FFF2-40B4-BE49-F238E27FC236}">
                <a16:creationId xmlns:a16="http://schemas.microsoft.com/office/drawing/2014/main" id="{2E267013-1DA3-68D7-4223-E1883A6C7627}"/>
              </a:ext>
            </a:extLst>
          </p:cNvPr>
          <p:cNvGrpSpPr/>
          <p:nvPr/>
        </p:nvGrpSpPr>
        <p:grpSpPr>
          <a:xfrm>
            <a:off x="5335892" y="3104658"/>
            <a:ext cx="1426106" cy="1909783"/>
            <a:chOff x="7173083" y="6753785"/>
            <a:chExt cx="1426106" cy="1909783"/>
          </a:xfrm>
        </p:grpSpPr>
        <p:pic>
          <p:nvPicPr>
            <p:cNvPr id="15" name="グラフィックス 14" descr="データベース 枠線">
              <a:extLst>
                <a:ext uri="{FF2B5EF4-FFF2-40B4-BE49-F238E27FC236}">
                  <a16:creationId xmlns:a16="http://schemas.microsoft.com/office/drawing/2014/main" id="{778D5D55-CE0E-F400-3189-B8508308BE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3083" y="6753785"/>
              <a:ext cx="1426106" cy="1426106"/>
            </a:xfrm>
            <a:prstGeom prst="rect">
              <a:avLst/>
            </a:prstGeom>
          </p:spPr>
        </p:pic>
        <p:sp>
          <p:nvSpPr>
            <p:cNvPr id="17" name="テキスト ボックス 16">
              <a:extLst>
                <a:ext uri="{FF2B5EF4-FFF2-40B4-BE49-F238E27FC236}">
                  <a16:creationId xmlns:a16="http://schemas.microsoft.com/office/drawing/2014/main" id="{CBC8DBA3-11C2-1B62-EA18-F386D12076D1}"/>
                </a:ext>
              </a:extLst>
            </p:cNvPr>
            <p:cNvSpPr txBox="1"/>
            <p:nvPr/>
          </p:nvSpPr>
          <p:spPr>
            <a:xfrm>
              <a:off x="7284849" y="8201903"/>
              <a:ext cx="120257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18" name="グループ化 17">
            <a:extLst>
              <a:ext uri="{FF2B5EF4-FFF2-40B4-BE49-F238E27FC236}">
                <a16:creationId xmlns:a16="http://schemas.microsoft.com/office/drawing/2014/main" id="{17DA34DF-146F-C9A0-E9B7-8ED419B0DB69}"/>
              </a:ext>
            </a:extLst>
          </p:cNvPr>
          <p:cNvGrpSpPr/>
          <p:nvPr/>
        </p:nvGrpSpPr>
        <p:grpSpPr>
          <a:xfrm>
            <a:off x="1170950" y="2884197"/>
            <a:ext cx="2113079" cy="2604998"/>
            <a:chOff x="2728937" y="6122140"/>
            <a:chExt cx="2113079" cy="2604998"/>
          </a:xfrm>
        </p:grpSpPr>
        <p:sp>
          <p:nvSpPr>
            <p:cNvPr id="19" name="Freeform 7">
              <a:extLst>
                <a:ext uri="{FF2B5EF4-FFF2-40B4-BE49-F238E27FC236}">
                  <a16:creationId xmlns:a16="http://schemas.microsoft.com/office/drawing/2014/main" id="{A2215DF6-67D0-F733-98B0-99DF11F5726C}"/>
                </a:ext>
              </a:extLst>
            </p:cNvPr>
            <p:cNvSpPr/>
            <p:nvPr/>
          </p:nvSpPr>
          <p:spPr>
            <a:xfrm>
              <a:off x="2874802" y="6122140"/>
              <a:ext cx="1821353" cy="1498063"/>
            </a:xfrm>
            <a:custGeom>
              <a:avLst/>
              <a:gdLst/>
              <a:ahLst/>
              <a:cxnLst/>
              <a:rect l="l" t="t" r="r" b="b"/>
              <a:pathLst>
                <a:path w="1821353" h="1498063">
                  <a:moveTo>
                    <a:pt x="0" y="0"/>
                  </a:moveTo>
                  <a:lnTo>
                    <a:pt x="1821353" y="0"/>
                  </a:lnTo>
                  <a:lnTo>
                    <a:pt x="1821353" y="1498063"/>
                  </a:lnTo>
                  <a:lnTo>
                    <a:pt x="0" y="14980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ja-JP" altLang="en-US"/>
            </a:p>
          </p:txBody>
        </p:sp>
        <p:sp>
          <p:nvSpPr>
            <p:cNvPr id="20" name="テキスト ボックス 19">
              <a:extLst>
                <a:ext uri="{FF2B5EF4-FFF2-40B4-BE49-F238E27FC236}">
                  <a16:creationId xmlns:a16="http://schemas.microsoft.com/office/drawing/2014/main" id="{26F4537C-5863-7DFA-7264-89E965F64122}"/>
                </a:ext>
              </a:extLst>
            </p:cNvPr>
            <p:cNvSpPr txBox="1"/>
            <p:nvPr/>
          </p:nvSpPr>
          <p:spPr>
            <a:xfrm>
              <a:off x="2728937" y="7773031"/>
              <a:ext cx="2113079" cy="954107"/>
            </a:xfrm>
            <a:prstGeom prst="rect">
              <a:avLst/>
            </a:prstGeom>
            <a:noFill/>
          </p:spPr>
          <p:txBody>
            <a:bodyPr wrap="none" rtlCol="0">
              <a:spAutoFit/>
            </a:bodyPr>
            <a:lstStyle/>
            <a:p>
              <a:pPr algn="ctr"/>
              <a:r>
                <a:rPr kumimoji="1" lang="ja-JP" altLang="en-US" sz="2400" b="1">
                  <a:solidFill>
                    <a:schemeClr val="tx2">
                      <a:lumMod val="75000"/>
                    </a:schemeClr>
                  </a:solidFill>
                  <a:latin typeface="Yu Gothic" panose="020B0400000000000000" pitchFamily="34" charset="-128"/>
                  <a:ea typeface="Yu Gothic" panose="020B0400000000000000" pitchFamily="34" charset="-128"/>
                </a:rPr>
                <a:t>分析</a:t>
              </a:r>
              <a:endParaRPr kumimoji="1" lang="en-US" altLang="ja-JP" sz="2400" b="1" dirty="0">
                <a:solidFill>
                  <a:schemeClr val="tx2">
                    <a:lumMod val="75000"/>
                  </a:schemeClr>
                </a:solidFill>
                <a:latin typeface="Yu Gothic" panose="020B0400000000000000" pitchFamily="34" charset="-128"/>
                <a:ea typeface="Yu Gothic" panose="020B0400000000000000" pitchFamily="34" charset="-128"/>
              </a:endParaRPr>
            </a:p>
            <a:p>
              <a:pPr algn="ctr"/>
              <a:r>
                <a:rPr kumimoji="1" lang="en-US" altLang="ja-JP" sz="1600" b="1" dirty="0">
                  <a:solidFill>
                    <a:schemeClr val="tx2">
                      <a:lumMod val="75000"/>
                    </a:schemeClr>
                  </a:solidFill>
                  <a:latin typeface="Yu Gothic" panose="020B0400000000000000" pitchFamily="34" charset="-128"/>
                  <a:ea typeface="Yu Gothic" panose="020B0400000000000000" pitchFamily="34" charset="-128"/>
                </a:rPr>
                <a:t>Zero-shot-learning</a:t>
              </a:r>
            </a:p>
            <a:p>
              <a:pPr algn="ctr"/>
              <a:r>
                <a:rPr kumimoji="1" lang="ja-JP" altLang="en-US" sz="1600" b="1">
                  <a:solidFill>
                    <a:schemeClr val="tx2">
                      <a:lumMod val="75000"/>
                    </a:schemeClr>
                  </a:solidFill>
                  <a:latin typeface="Yu Gothic" panose="020B0400000000000000" pitchFamily="34" charset="-128"/>
                  <a:ea typeface="Yu Gothic" panose="020B0400000000000000" pitchFamily="34" charset="-128"/>
                </a:rPr>
                <a:t>マッチングシステム</a:t>
              </a:r>
            </a:p>
          </p:txBody>
        </p:sp>
      </p:grpSp>
      <p:cxnSp>
        <p:nvCxnSpPr>
          <p:cNvPr id="21" name="直線矢印コネクタ 20">
            <a:extLst>
              <a:ext uri="{FF2B5EF4-FFF2-40B4-BE49-F238E27FC236}">
                <a16:creationId xmlns:a16="http://schemas.microsoft.com/office/drawing/2014/main" id="{AD0785E0-C73D-AC0A-8E89-FDF39811FB1D}"/>
              </a:ext>
            </a:extLst>
          </p:cNvPr>
          <p:cNvCxnSpPr>
            <a:cxnSpLocks/>
          </p:cNvCxnSpPr>
          <p:nvPr/>
        </p:nvCxnSpPr>
        <p:spPr>
          <a:xfrm>
            <a:off x="3191965" y="3633228"/>
            <a:ext cx="225569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グラフィックス 21" descr="コメント: ハート 単色塗りつぶし">
            <a:extLst>
              <a:ext uri="{FF2B5EF4-FFF2-40B4-BE49-F238E27FC236}">
                <a16:creationId xmlns:a16="http://schemas.microsoft.com/office/drawing/2014/main" id="{B88F2DFF-E4E2-61DB-05E6-32C0F63C5B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97774" y="3129872"/>
            <a:ext cx="821125" cy="821125"/>
          </a:xfrm>
          <a:prstGeom prst="rect">
            <a:avLst/>
          </a:prstGeom>
        </p:spPr>
      </p:pic>
      <p:grpSp>
        <p:nvGrpSpPr>
          <p:cNvPr id="25" name="グループ化 24">
            <a:extLst>
              <a:ext uri="{FF2B5EF4-FFF2-40B4-BE49-F238E27FC236}">
                <a16:creationId xmlns:a16="http://schemas.microsoft.com/office/drawing/2014/main" id="{4EBCFBFC-6885-A848-172A-FD3F28BFB899}"/>
              </a:ext>
            </a:extLst>
          </p:cNvPr>
          <p:cNvGrpSpPr/>
          <p:nvPr/>
        </p:nvGrpSpPr>
        <p:grpSpPr>
          <a:xfrm>
            <a:off x="3157427" y="6447252"/>
            <a:ext cx="1162383" cy="1776969"/>
            <a:chOff x="2197288" y="6628760"/>
            <a:chExt cx="1278614" cy="1734867"/>
          </a:xfrm>
        </p:grpSpPr>
        <p:sp>
          <p:nvSpPr>
            <p:cNvPr id="26" name="Freeform 21">
              <a:extLst>
                <a:ext uri="{FF2B5EF4-FFF2-40B4-BE49-F238E27FC236}">
                  <a16:creationId xmlns:a16="http://schemas.microsoft.com/office/drawing/2014/main" id="{C9067BB2-953E-C7DB-7BDC-3D2B69585094}"/>
                </a:ext>
              </a:extLst>
            </p:cNvPr>
            <p:cNvSpPr>
              <a:spLocks noChangeAspect="1"/>
            </p:cNvSpPr>
            <p:nvPr/>
          </p:nvSpPr>
          <p:spPr>
            <a:xfrm>
              <a:off x="2256042" y="6628760"/>
              <a:ext cx="1219860" cy="1247938"/>
            </a:xfrm>
            <a:custGeom>
              <a:avLst/>
              <a:gdLst/>
              <a:ahLst/>
              <a:cxnLst/>
              <a:rect l="l" t="t" r="r" b="b"/>
              <a:pathLst>
                <a:path w="1341162" h="1372032">
                  <a:moveTo>
                    <a:pt x="0" y="0"/>
                  </a:moveTo>
                  <a:lnTo>
                    <a:pt x="1341162" y="0"/>
                  </a:lnTo>
                  <a:lnTo>
                    <a:pt x="1341162" y="1372032"/>
                  </a:lnTo>
                  <a:lnTo>
                    <a:pt x="0" y="13720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ja-JP" altLang="en-US">
                <a:latin typeface="Yu Gothic" panose="020B0400000000000000" pitchFamily="34" charset="-128"/>
                <a:ea typeface="Yu Gothic" panose="020B0400000000000000" pitchFamily="34" charset="-128"/>
              </a:endParaRPr>
            </a:p>
          </p:txBody>
        </p:sp>
        <p:sp>
          <p:nvSpPr>
            <p:cNvPr id="27" name="テキスト ボックス 26">
              <a:extLst>
                <a:ext uri="{FF2B5EF4-FFF2-40B4-BE49-F238E27FC236}">
                  <a16:creationId xmlns:a16="http://schemas.microsoft.com/office/drawing/2014/main" id="{6DCD1096-08D3-BB85-72AE-3DDFC9ADF815}"/>
                </a:ext>
              </a:extLst>
            </p:cNvPr>
            <p:cNvSpPr txBox="1"/>
            <p:nvPr/>
          </p:nvSpPr>
          <p:spPr>
            <a:xfrm>
              <a:off x="2197288" y="7901962"/>
              <a:ext cx="125066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Django</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29" name="グループ化 28">
            <a:extLst>
              <a:ext uri="{FF2B5EF4-FFF2-40B4-BE49-F238E27FC236}">
                <a16:creationId xmlns:a16="http://schemas.microsoft.com/office/drawing/2014/main" id="{713099CA-D63C-1982-8136-953F0BAAA39C}"/>
              </a:ext>
            </a:extLst>
          </p:cNvPr>
          <p:cNvGrpSpPr/>
          <p:nvPr/>
        </p:nvGrpSpPr>
        <p:grpSpPr>
          <a:xfrm>
            <a:off x="383958" y="6283725"/>
            <a:ext cx="1296468" cy="1956129"/>
            <a:chOff x="7173083" y="6753785"/>
            <a:chExt cx="1426106" cy="1909783"/>
          </a:xfrm>
        </p:grpSpPr>
        <p:pic>
          <p:nvPicPr>
            <p:cNvPr id="30" name="グラフィックス 29" descr="データベース 枠線">
              <a:extLst>
                <a:ext uri="{FF2B5EF4-FFF2-40B4-BE49-F238E27FC236}">
                  <a16:creationId xmlns:a16="http://schemas.microsoft.com/office/drawing/2014/main" id="{C4E79F0B-3B02-099E-989F-0C9C609D38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3083" y="6753785"/>
              <a:ext cx="1426106" cy="1426106"/>
            </a:xfrm>
            <a:prstGeom prst="rect">
              <a:avLst/>
            </a:prstGeom>
          </p:spPr>
        </p:pic>
        <p:sp>
          <p:nvSpPr>
            <p:cNvPr id="32" name="テキスト ボックス 31">
              <a:extLst>
                <a:ext uri="{FF2B5EF4-FFF2-40B4-BE49-F238E27FC236}">
                  <a16:creationId xmlns:a16="http://schemas.microsoft.com/office/drawing/2014/main" id="{8A5C68BB-0E56-4751-4CCA-B60DA2295282}"/>
                </a:ext>
              </a:extLst>
            </p:cNvPr>
            <p:cNvSpPr txBox="1"/>
            <p:nvPr/>
          </p:nvSpPr>
          <p:spPr>
            <a:xfrm>
              <a:off x="7284849" y="8201903"/>
              <a:ext cx="1202573" cy="461665"/>
            </a:xfrm>
            <a:prstGeom prst="rect">
              <a:avLst/>
            </a:prstGeom>
            <a:noFill/>
          </p:spPr>
          <p:txBody>
            <a:bodyPr wrap="none" rtlCol="0">
              <a:spAutoFit/>
            </a:bodyPr>
            <a:lstStyle/>
            <a:p>
              <a:r>
                <a:rPr kumimoji="1" lang="en-US" altLang="ja-JP" sz="2400" b="1" dirty="0">
                  <a:solidFill>
                    <a:schemeClr val="tx2">
                      <a:lumMod val="75000"/>
                    </a:schemeClr>
                  </a:solidFill>
                  <a:latin typeface="Yu Gothic" panose="020B0400000000000000" pitchFamily="34" charset="-128"/>
                  <a:ea typeface="Yu Gothic" panose="020B0400000000000000" pitchFamily="34" charset="-128"/>
                </a:rPr>
                <a:t>SQLite</a:t>
              </a:r>
              <a:endParaRPr kumimoji="1" lang="ja-JP" altLang="en-US" sz="2400" b="1">
                <a:solidFill>
                  <a:schemeClr val="tx2">
                    <a:lumMod val="75000"/>
                  </a:schemeClr>
                </a:solidFill>
                <a:latin typeface="Yu Gothic" panose="020B0400000000000000" pitchFamily="34" charset="-128"/>
                <a:ea typeface="Yu Gothic" panose="020B0400000000000000" pitchFamily="34" charset="-128"/>
              </a:endParaRPr>
            </a:p>
          </p:txBody>
        </p:sp>
      </p:grpSp>
      <p:grpSp>
        <p:nvGrpSpPr>
          <p:cNvPr id="33" name="グループ化 32">
            <a:extLst>
              <a:ext uri="{FF2B5EF4-FFF2-40B4-BE49-F238E27FC236}">
                <a16:creationId xmlns:a16="http://schemas.microsoft.com/office/drawing/2014/main" id="{104F69F2-7D08-CA33-568A-FD6FD7C51B71}"/>
              </a:ext>
            </a:extLst>
          </p:cNvPr>
          <p:cNvGrpSpPr/>
          <p:nvPr/>
        </p:nvGrpSpPr>
        <p:grpSpPr>
          <a:xfrm>
            <a:off x="6150174" y="6299613"/>
            <a:ext cx="1523990" cy="1940241"/>
            <a:chOff x="14518479" y="5789880"/>
            <a:chExt cx="1676379" cy="1894271"/>
          </a:xfrm>
        </p:grpSpPr>
        <p:pic>
          <p:nvPicPr>
            <p:cNvPr id="34" name="グラフィックス 33" descr="男性のプロフィール 枠線">
              <a:extLst>
                <a:ext uri="{FF2B5EF4-FFF2-40B4-BE49-F238E27FC236}">
                  <a16:creationId xmlns:a16="http://schemas.microsoft.com/office/drawing/2014/main" id="{2B76B076-0064-B991-87A5-C9B9ED83810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518479" y="5789880"/>
              <a:ext cx="1676379" cy="1676379"/>
            </a:xfrm>
            <a:prstGeom prst="rect">
              <a:avLst/>
            </a:prstGeom>
          </p:spPr>
        </p:pic>
        <p:sp>
          <p:nvSpPr>
            <p:cNvPr id="35" name="テキスト ボックス 34">
              <a:extLst>
                <a:ext uri="{FF2B5EF4-FFF2-40B4-BE49-F238E27FC236}">
                  <a16:creationId xmlns:a16="http://schemas.microsoft.com/office/drawing/2014/main" id="{6E245590-2FB6-2A12-72A2-10441819AB93}"/>
                </a:ext>
              </a:extLst>
            </p:cNvPr>
            <p:cNvSpPr txBox="1"/>
            <p:nvPr/>
          </p:nvSpPr>
          <p:spPr>
            <a:xfrm>
              <a:off x="14648782" y="7222486"/>
              <a:ext cx="1415772" cy="461665"/>
            </a:xfrm>
            <a:prstGeom prst="rect">
              <a:avLst/>
            </a:prstGeom>
            <a:noFill/>
          </p:spPr>
          <p:txBody>
            <a:bodyPr wrap="none" rtlCol="0">
              <a:spAutoFit/>
            </a:bodyPr>
            <a:lstStyle/>
            <a:p>
              <a:r>
                <a:rPr kumimoji="1" lang="ja-JP" altLang="en-US" sz="2400" b="1">
                  <a:solidFill>
                    <a:schemeClr val="tx2">
                      <a:lumMod val="75000"/>
                    </a:schemeClr>
                  </a:solidFill>
                  <a:latin typeface="Yu Gothic" panose="020B0400000000000000" pitchFamily="34" charset="-128"/>
                  <a:ea typeface="Yu Gothic" panose="020B0400000000000000" pitchFamily="34" charset="-128"/>
                </a:rPr>
                <a:t>ユーザー</a:t>
              </a:r>
            </a:p>
          </p:txBody>
        </p:sp>
      </p:grpSp>
      <p:cxnSp>
        <p:nvCxnSpPr>
          <p:cNvPr id="36" name="直線矢印コネクタ 35">
            <a:extLst>
              <a:ext uri="{FF2B5EF4-FFF2-40B4-BE49-F238E27FC236}">
                <a16:creationId xmlns:a16="http://schemas.microsoft.com/office/drawing/2014/main" id="{A60EE49F-2CEF-1609-0E7C-E66B44AD6CD1}"/>
              </a:ext>
            </a:extLst>
          </p:cNvPr>
          <p:cNvCxnSpPr>
            <a:cxnSpLocks/>
          </p:cNvCxnSpPr>
          <p:nvPr/>
        </p:nvCxnSpPr>
        <p:spPr>
          <a:xfrm>
            <a:off x="1586631" y="7108125"/>
            <a:ext cx="14134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5" name="グラフィックス 44" descr="コメント: ハート 単色塗りつぶし">
            <a:extLst>
              <a:ext uri="{FF2B5EF4-FFF2-40B4-BE49-F238E27FC236}">
                <a16:creationId xmlns:a16="http://schemas.microsoft.com/office/drawing/2014/main" id="{2DFAEF9F-6478-4B99-E154-6ACC2D198808}"/>
              </a:ext>
            </a:extLst>
          </p:cNvPr>
          <p:cNvPicPr>
            <a:picLocks noChangeAspect="1"/>
          </p:cNvPicPr>
          <p:nvPr/>
        </p:nvPicPr>
        <p:blipFill>
          <a:blip r:embed="rId7">
            <a:extLst>
              <a:ext uri="{96DAC541-7B7A-43D3-8B79-37D633B846F1}">
                <asvg:svgBlip xmlns:asvg="http://schemas.microsoft.com/office/drawing/2016/SVG/main" r:embed="rId13"/>
              </a:ext>
            </a:extLst>
          </a:blip>
          <a:stretch>
            <a:fillRect/>
          </a:stretch>
        </p:blipFill>
        <p:spPr>
          <a:xfrm>
            <a:off x="1727181" y="6591300"/>
            <a:ext cx="841052" cy="841052"/>
          </a:xfrm>
          <a:prstGeom prst="rect">
            <a:avLst/>
          </a:prstGeom>
        </p:spPr>
      </p:pic>
      <p:cxnSp>
        <p:nvCxnSpPr>
          <p:cNvPr id="49" name="直線矢印コネクタ 48">
            <a:extLst>
              <a:ext uri="{FF2B5EF4-FFF2-40B4-BE49-F238E27FC236}">
                <a16:creationId xmlns:a16="http://schemas.microsoft.com/office/drawing/2014/main" id="{EF54170A-ABF0-3A56-CF2D-565007252B48}"/>
              </a:ext>
            </a:extLst>
          </p:cNvPr>
          <p:cNvCxnSpPr>
            <a:cxnSpLocks/>
          </p:cNvCxnSpPr>
          <p:nvPr/>
        </p:nvCxnSpPr>
        <p:spPr>
          <a:xfrm>
            <a:off x="4658301" y="7127077"/>
            <a:ext cx="14134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グラフィックス 49" descr="コメント: ハート 単色塗りつぶし">
            <a:extLst>
              <a:ext uri="{FF2B5EF4-FFF2-40B4-BE49-F238E27FC236}">
                <a16:creationId xmlns:a16="http://schemas.microsoft.com/office/drawing/2014/main" id="{D37516AF-3AA1-3637-3457-E28F067917CD}"/>
              </a:ext>
            </a:extLst>
          </p:cNvPr>
          <p:cNvPicPr>
            <a:picLocks noChangeAspect="1"/>
          </p:cNvPicPr>
          <p:nvPr/>
        </p:nvPicPr>
        <p:blipFill>
          <a:blip r:embed="rId7">
            <a:extLst>
              <a:ext uri="{96DAC541-7B7A-43D3-8B79-37D633B846F1}">
                <asvg:svgBlip xmlns:asvg="http://schemas.microsoft.com/office/drawing/2016/SVG/main" r:embed="rId13"/>
              </a:ext>
            </a:extLst>
          </a:blip>
          <a:stretch>
            <a:fillRect/>
          </a:stretch>
        </p:blipFill>
        <p:spPr>
          <a:xfrm>
            <a:off x="4798851" y="6591300"/>
            <a:ext cx="841052" cy="841052"/>
          </a:xfrm>
          <a:prstGeom prst="rect">
            <a:avLst/>
          </a:prstGeom>
        </p:spPr>
      </p:pic>
    </p:spTree>
    <p:extLst>
      <p:ext uri="{BB962C8B-B14F-4D97-AF65-F5344CB8AC3E}">
        <p14:creationId xmlns:p14="http://schemas.microsoft.com/office/powerpoint/2010/main" val="3390428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5330</TotalTime>
  <Words>1035</Words>
  <Application>Microsoft Macintosh PowerPoint</Application>
  <PresentationFormat>ユーザー設定</PresentationFormat>
  <Paragraphs>225</Paragraphs>
  <Slides>10</Slides>
  <Notes>9</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Arial</vt:lpstr>
      <vt:lpstr>Calibri</vt:lpstr>
      <vt:lpstr>游ゴシック</vt:lpstr>
      <vt:lpstr>游ゴシック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白　シンプル　年次報告書　プレゼンテーション</dc:title>
  <cp:lastModifiedBy>Momoko SHIRAKAWA</cp:lastModifiedBy>
  <cp:revision>27</cp:revision>
  <dcterms:created xsi:type="dcterms:W3CDTF">2006-08-16T00:00:00Z</dcterms:created>
  <dcterms:modified xsi:type="dcterms:W3CDTF">2025-11-19T08:30:41Z</dcterms:modified>
  <dc:identifier>DAGn9M6bQfc</dc:identifier>
</cp:coreProperties>
</file>